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7" r:id="rId7"/>
    <p:sldId id="260" r:id="rId8"/>
    <p:sldId id="261" r:id="rId9"/>
    <p:sldId id="262" r:id="rId10"/>
    <p:sldId id="263" r:id="rId11"/>
    <p:sldId id="264" r:id="rId12"/>
    <p:sldId id="259" r:id="rId13"/>
    <p:sldId id="265" r:id="rId14"/>
    <p:sldId id="266" r:id="rId15"/>
    <p:sldId id="267" r:id="rId16"/>
    <p:sldId id="271" r:id="rId17"/>
    <p:sldId id="268" r:id="rId18"/>
    <p:sldId id="269" r:id="rId19"/>
    <p:sldId id="270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1896FC-9D4E-437C-B3EE-2ED6F0C54291}" v="51" dt="2025-12-01T15:48:38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wswanger, Ashton" userId="be7a2764-57e8-415c-81e0-b613210d8d91" providerId="ADAL" clId="{01AD097B-CE37-4136-93FC-C1EC302C0FDE}"/>
    <pc:docChg chg="undo custSel addSld modSld">
      <pc:chgData name="Newswanger, Ashton" userId="be7a2764-57e8-415c-81e0-b613210d8d91" providerId="ADAL" clId="{01AD097B-CE37-4136-93FC-C1EC302C0FDE}" dt="2025-12-02T21:48:40.137" v="849" actId="20577"/>
      <pc:docMkLst>
        <pc:docMk/>
      </pc:docMkLst>
      <pc:sldChg chg="modSp mod">
        <pc:chgData name="Newswanger, Ashton" userId="be7a2764-57e8-415c-81e0-b613210d8d91" providerId="ADAL" clId="{01AD097B-CE37-4136-93FC-C1EC302C0FDE}" dt="2025-12-02T21:48:40.137" v="849" actId="20577"/>
        <pc:sldMkLst>
          <pc:docMk/>
          <pc:sldMk cId="1096693115" sldId="256"/>
        </pc:sldMkLst>
        <pc:spChg chg="mod">
          <ac:chgData name="Newswanger, Ashton" userId="be7a2764-57e8-415c-81e0-b613210d8d91" providerId="ADAL" clId="{01AD097B-CE37-4136-93FC-C1EC302C0FDE}" dt="2025-12-02T21:48:40.137" v="849" actId="20577"/>
          <ac:spMkLst>
            <pc:docMk/>
            <pc:sldMk cId="1096693115" sldId="256"/>
            <ac:spMk id="3" creationId="{3C78E57E-E168-9933-F791-1A825F18FE59}"/>
          </ac:spMkLst>
        </pc:spChg>
      </pc:sldChg>
      <pc:sldChg chg="modSp">
        <pc:chgData name="Newswanger, Ashton" userId="be7a2764-57e8-415c-81e0-b613210d8d91" providerId="ADAL" clId="{01AD097B-CE37-4136-93FC-C1EC302C0FDE}" dt="2025-11-20T19:48:08.617" v="145" actId="20577"/>
        <pc:sldMkLst>
          <pc:docMk/>
          <pc:sldMk cId="3868943680" sldId="259"/>
        </pc:sldMkLst>
        <pc:spChg chg="mod">
          <ac:chgData name="Newswanger, Ashton" userId="be7a2764-57e8-415c-81e0-b613210d8d91" providerId="ADAL" clId="{01AD097B-CE37-4136-93FC-C1EC302C0FDE}" dt="2025-11-20T19:48:08.617" v="145" actId="20577"/>
          <ac:spMkLst>
            <pc:docMk/>
            <pc:sldMk cId="3868943680" sldId="259"/>
            <ac:spMk id="2" creationId="{B21C846D-3BD9-DB83-8D92-25070A5BC847}"/>
          </ac:spMkLst>
        </pc:spChg>
      </pc:sldChg>
      <pc:sldChg chg="modSp mod">
        <pc:chgData name="Newswanger, Ashton" userId="be7a2764-57e8-415c-81e0-b613210d8d91" providerId="ADAL" clId="{01AD097B-CE37-4136-93FC-C1EC302C0FDE}" dt="2025-11-21T14:02:28.861" v="282" actId="27636"/>
        <pc:sldMkLst>
          <pc:docMk/>
          <pc:sldMk cId="1490803950" sldId="260"/>
        </pc:sldMkLst>
        <pc:spChg chg="mod">
          <ac:chgData name="Newswanger, Ashton" userId="be7a2764-57e8-415c-81e0-b613210d8d91" providerId="ADAL" clId="{01AD097B-CE37-4136-93FC-C1EC302C0FDE}" dt="2025-11-21T14:02:28.861" v="282" actId="27636"/>
          <ac:spMkLst>
            <pc:docMk/>
            <pc:sldMk cId="1490803950" sldId="260"/>
            <ac:spMk id="2" creationId="{2FDBE721-1F81-377D-F482-E86A5D63FB9E}"/>
          </ac:spMkLst>
        </pc:spChg>
      </pc:sldChg>
      <pc:sldChg chg="modSp mod">
        <pc:chgData name="Newswanger, Ashton" userId="be7a2764-57e8-415c-81e0-b613210d8d91" providerId="ADAL" clId="{01AD097B-CE37-4136-93FC-C1EC302C0FDE}" dt="2025-11-21T14:02:41.209" v="300" actId="20577"/>
        <pc:sldMkLst>
          <pc:docMk/>
          <pc:sldMk cId="4120422682" sldId="261"/>
        </pc:sldMkLst>
        <pc:spChg chg="mod">
          <ac:chgData name="Newswanger, Ashton" userId="be7a2764-57e8-415c-81e0-b613210d8d91" providerId="ADAL" clId="{01AD097B-CE37-4136-93FC-C1EC302C0FDE}" dt="2025-11-21T14:02:41.209" v="300" actId="20577"/>
          <ac:spMkLst>
            <pc:docMk/>
            <pc:sldMk cId="4120422682" sldId="261"/>
            <ac:spMk id="2" creationId="{BDD1EC15-3109-A749-0DE7-DD5BCD4EBA88}"/>
          </ac:spMkLst>
        </pc:spChg>
      </pc:sldChg>
      <pc:sldChg chg="addSp delSp modSp mod">
        <pc:chgData name="Newswanger, Ashton" userId="be7a2764-57e8-415c-81e0-b613210d8d91" providerId="ADAL" clId="{01AD097B-CE37-4136-93FC-C1EC302C0FDE}" dt="2025-11-21T14:02:57.260" v="324" actId="14100"/>
        <pc:sldMkLst>
          <pc:docMk/>
          <pc:sldMk cId="3880619653" sldId="262"/>
        </pc:sldMkLst>
        <pc:spChg chg="mod">
          <ac:chgData name="Newswanger, Ashton" userId="be7a2764-57e8-415c-81e0-b613210d8d91" providerId="ADAL" clId="{01AD097B-CE37-4136-93FC-C1EC302C0FDE}" dt="2025-11-21T14:02:57.260" v="324" actId="14100"/>
          <ac:spMkLst>
            <pc:docMk/>
            <pc:sldMk cId="3880619653" sldId="262"/>
            <ac:spMk id="2" creationId="{BF8A292A-1753-5404-CDCA-EE40F7E17C17}"/>
          </ac:spMkLst>
        </pc:spChg>
        <pc:spChg chg="add">
          <ac:chgData name="Newswanger, Ashton" userId="be7a2764-57e8-415c-81e0-b613210d8d91" providerId="ADAL" clId="{01AD097B-CE37-4136-93FC-C1EC302C0FDE}" dt="2025-11-20T19:50:06.779" v="195" actId="26606"/>
          <ac:spMkLst>
            <pc:docMk/>
            <pc:sldMk cId="3880619653" sldId="262"/>
            <ac:spMk id="32" creationId="{9CB95732-565A-4D2C-A3AB-CC460C0D3826}"/>
          </ac:spMkLst>
        </pc:spChg>
        <pc:spChg chg="add">
          <ac:chgData name="Newswanger, Ashton" userId="be7a2764-57e8-415c-81e0-b613210d8d91" providerId="ADAL" clId="{01AD097B-CE37-4136-93FC-C1EC302C0FDE}" dt="2025-11-20T19:50:06.779" v="195" actId="26606"/>
          <ac:spMkLst>
            <pc:docMk/>
            <pc:sldMk cId="3880619653" sldId="262"/>
            <ac:spMk id="34" creationId="{77F1AF47-AE98-4034-BD91-1976FA4D9C4C}"/>
          </ac:spMkLst>
        </pc:spChg>
        <pc:spChg chg="add">
          <ac:chgData name="Newswanger, Ashton" userId="be7a2764-57e8-415c-81e0-b613210d8d91" providerId="ADAL" clId="{01AD097B-CE37-4136-93FC-C1EC302C0FDE}" dt="2025-11-20T19:50:06.779" v="195" actId="26606"/>
          <ac:spMkLst>
            <pc:docMk/>
            <pc:sldMk cId="3880619653" sldId="262"/>
            <ac:spMk id="36" creationId="{8EC0EE2B-2029-48DD-893D-F528E651B07D}"/>
          </ac:spMkLst>
        </pc:spChg>
        <pc:spChg chg="add">
          <ac:chgData name="Newswanger, Ashton" userId="be7a2764-57e8-415c-81e0-b613210d8d91" providerId="ADAL" clId="{01AD097B-CE37-4136-93FC-C1EC302C0FDE}" dt="2025-11-20T19:50:06.779" v="195" actId="26606"/>
          <ac:spMkLst>
            <pc:docMk/>
            <pc:sldMk cId="3880619653" sldId="262"/>
            <ac:spMk id="38" creationId="{45AE1D08-1ED1-4F59-B42F-4D8EA33DC8C6}"/>
          </ac:spMkLst>
        </pc:spChg>
        <pc:spChg chg="add">
          <ac:chgData name="Newswanger, Ashton" userId="be7a2764-57e8-415c-81e0-b613210d8d91" providerId="ADAL" clId="{01AD097B-CE37-4136-93FC-C1EC302C0FDE}" dt="2025-11-20T19:50:06.779" v="195" actId="26606"/>
          <ac:spMkLst>
            <pc:docMk/>
            <pc:sldMk cId="3880619653" sldId="262"/>
            <ac:spMk id="40" creationId="{9A79B912-88EA-4640-BDEB-51B3B11A026A}"/>
          </ac:spMkLst>
        </pc:spChg>
        <pc:picChg chg="mod modCrop">
          <ac:chgData name="Newswanger, Ashton" userId="be7a2764-57e8-415c-81e0-b613210d8d91" providerId="ADAL" clId="{01AD097B-CE37-4136-93FC-C1EC302C0FDE}" dt="2025-11-20T19:51:56.162" v="248" actId="1038"/>
          <ac:picMkLst>
            <pc:docMk/>
            <pc:sldMk cId="3880619653" sldId="262"/>
            <ac:picMk id="5" creationId="{C19203E5-B30A-9C1B-9276-606BE4D1019C}"/>
          </ac:picMkLst>
        </pc:picChg>
        <pc:picChg chg="mod ord modCrop">
          <ac:chgData name="Newswanger, Ashton" userId="be7a2764-57e8-415c-81e0-b613210d8d91" providerId="ADAL" clId="{01AD097B-CE37-4136-93FC-C1EC302C0FDE}" dt="2025-11-20T19:51:58.485" v="251" actId="1038"/>
          <ac:picMkLst>
            <pc:docMk/>
            <pc:sldMk cId="3880619653" sldId="262"/>
            <ac:picMk id="7" creationId="{5364B5F5-2C70-18A4-BD34-559FFA9C7B2D}"/>
          </ac:picMkLst>
        </pc:picChg>
        <pc:picChg chg="mod modCrop">
          <ac:chgData name="Newswanger, Ashton" userId="be7a2764-57e8-415c-81e0-b613210d8d91" providerId="ADAL" clId="{01AD097B-CE37-4136-93FC-C1EC302C0FDE}" dt="2025-11-20T19:52:00.388" v="252" actId="1076"/>
          <ac:picMkLst>
            <pc:docMk/>
            <pc:sldMk cId="3880619653" sldId="262"/>
            <ac:picMk id="11" creationId="{35F7C651-7127-79A8-6429-798C33C0CD81}"/>
          </ac:picMkLst>
        </pc:picChg>
      </pc:sldChg>
      <pc:sldChg chg="addSp delSp modSp mod">
        <pc:chgData name="Newswanger, Ashton" userId="be7a2764-57e8-415c-81e0-b613210d8d91" providerId="ADAL" clId="{01AD097B-CE37-4136-93FC-C1EC302C0FDE}" dt="2025-11-21T14:03:09.239" v="345" actId="20577"/>
        <pc:sldMkLst>
          <pc:docMk/>
          <pc:sldMk cId="4166932589" sldId="263"/>
        </pc:sldMkLst>
        <pc:spChg chg="mod">
          <ac:chgData name="Newswanger, Ashton" userId="be7a2764-57e8-415c-81e0-b613210d8d91" providerId="ADAL" clId="{01AD097B-CE37-4136-93FC-C1EC302C0FDE}" dt="2025-11-21T14:03:09.239" v="345" actId="20577"/>
          <ac:spMkLst>
            <pc:docMk/>
            <pc:sldMk cId="4166932589" sldId="263"/>
            <ac:spMk id="2" creationId="{FA8AD5FD-69A1-0335-3261-4D3B59E151A8}"/>
          </ac:spMkLst>
        </pc:spChg>
        <pc:spChg chg="add">
          <ac:chgData name="Newswanger, Ashton" userId="be7a2764-57e8-415c-81e0-b613210d8d91" providerId="ADAL" clId="{01AD097B-CE37-4136-93FC-C1EC302C0FDE}" dt="2025-11-20T19:48:32.777" v="154" actId="26606"/>
          <ac:spMkLst>
            <pc:docMk/>
            <pc:sldMk cId="4166932589" sldId="263"/>
            <ac:spMk id="21" creationId="{A8384FB5-9ADC-4DDC-881B-597D56F5B15D}"/>
          </ac:spMkLst>
        </pc:spChg>
        <pc:spChg chg="add">
          <ac:chgData name="Newswanger, Ashton" userId="be7a2764-57e8-415c-81e0-b613210d8d91" providerId="ADAL" clId="{01AD097B-CE37-4136-93FC-C1EC302C0FDE}" dt="2025-11-20T19:48:32.777" v="154" actId="26606"/>
          <ac:spMkLst>
            <pc:docMk/>
            <pc:sldMk cId="4166932589" sldId="263"/>
            <ac:spMk id="23" creationId="{91E5A9A7-95C6-4F4F-B00E-C82E07FE62EF}"/>
          </ac:spMkLst>
        </pc:spChg>
        <pc:spChg chg="add">
          <ac:chgData name="Newswanger, Ashton" userId="be7a2764-57e8-415c-81e0-b613210d8d91" providerId="ADAL" clId="{01AD097B-CE37-4136-93FC-C1EC302C0FDE}" dt="2025-11-20T19:48:32.777" v="154" actId="26606"/>
          <ac:spMkLst>
            <pc:docMk/>
            <pc:sldMk cId="4166932589" sldId="263"/>
            <ac:spMk id="25" creationId="{D07DD2DE-F619-49DD-B5E7-03A290FF4ED1}"/>
          </ac:spMkLst>
        </pc:spChg>
        <pc:picChg chg="mod">
          <ac:chgData name="Newswanger, Ashton" userId="be7a2764-57e8-415c-81e0-b613210d8d91" providerId="ADAL" clId="{01AD097B-CE37-4136-93FC-C1EC302C0FDE}" dt="2025-11-20T19:48:30.953" v="153" actId="1076"/>
          <ac:picMkLst>
            <pc:docMk/>
            <pc:sldMk cId="4166932589" sldId="263"/>
            <ac:picMk id="5" creationId="{7DC160CE-8999-67B4-DA3D-FAA70F5B2C10}"/>
          </ac:picMkLst>
        </pc:picChg>
      </pc:sldChg>
      <pc:sldChg chg="modSp mod">
        <pc:chgData name="Newswanger, Ashton" userId="be7a2764-57e8-415c-81e0-b613210d8d91" providerId="ADAL" clId="{01AD097B-CE37-4136-93FC-C1EC302C0FDE}" dt="2025-11-20T19:48:24.486" v="152" actId="1076"/>
        <pc:sldMkLst>
          <pc:docMk/>
          <pc:sldMk cId="2982075798" sldId="264"/>
        </pc:sldMkLst>
        <pc:picChg chg="mod">
          <ac:chgData name="Newswanger, Ashton" userId="be7a2764-57e8-415c-81e0-b613210d8d91" providerId="ADAL" clId="{01AD097B-CE37-4136-93FC-C1EC302C0FDE}" dt="2025-11-20T19:48:20.752" v="150" actId="1076"/>
          <ac:picMkLst>
            <pc:docMk/>
            <pc:sldMk cId="2982075798" sldId="264"/>
            <ac:picMk id="5" creationId="{7FB7C947-3CD9-72F9-2E14-4DD56BAF4120}"/>
          </ac:picMkLst>
        </pc:picChg>
        <pc:picChg chg="mod">
          <ac:chgData name="Newswanger, Ashton" userId="be7a2764-57e8-415c-81e0-b613210d8d91" providerId="ADAL" clId="{01AD097B-CE37-4136-93FC-C1EC302C0FDE}" dt="2025-11-20T19:48:22.771" v="151" actId="1076"/>
          <ac:picMkLst>
            <pc:docMk/>
            <pc:sldMk cId="2982075798" sldId="264"/>
            <ac:picMk id="7" creationId="{8485B75F-933C-A7DD-C0EE-E62A914C75DC}"/>
          </ac:picMkLst>
        </pc:picChg>
        <pc:picChg chg="mod">
          <ac:chgData name="Newswanger, Ashton" userId="be7a2764-57e8-415c-81e0-b613210d8d91" providerId="ADAL" clId="{01AD097B-CE37-4136-93FC-C1EC302C0FDE}" dt="2025-11-20T19:48:24.486" v="152" actId="1076"/>
          <ac:picMkLst>
            <pc:docMk/>
            <pc:sldMk cId="2982075798" sldId="264"/>
            <ac:picMk id="11" creationId="{68BC0B84-E3C1-4082-D3B8-FEACD53CD29F}"/>
          </ac:picMkLst>
        </pc:picChg>
      </pc:sldChg>
      <pc:sldChg chg="addSp delSp modSp mod">
        <pc:chgData name="Newswanger, Ashton" userId="be7a2764-57e8-415c-81e0-b613210d8d91" providerId="ADAL" clId="{01AD097B-CE37-4136-93FC-C1EC302C0FDE}" dt="2025-11-20T19:47:53.715" v="99" actId="1076"/>
        <pc:sldMkLst>
          <pc:docMk/>
          <pc:sldMk cId="1314803467" sldId="265"/>
        </pc:sldMkLst>
        <pc:spChg chg="add">
          <ac:chgData name="Newswanger, Ashton" userId="be7a2764-57e8-415c-81e0-b613210d8d91" providerId="ADAL" clId="{01AD097B-CE37-4136-93FC-C1EC302C0FDE}" dt="2025-11-20T19:47:43.620" v="93" actId="26606"/>
          <ac:spMkLst>
            <pc:docMk/>
            <pc:sldMk cId="1314803467" sldId="265"/>
            <ac:spMk id="21" creationId="{2151139A-886F-4B97-8815-729AD3831BBD}"/>
          </ac:spMkLst>
        </pc:spChg>
        <pc:spChg chg="add">
          <ac:chgData name="Newswanger, Ashton" userId="be7a2764-57e8-415c-81e0-b613210d8d91" providerId="ADAL" clId="{01AD097B-CE37-4136-93FC-C1EC302C0FDE}" dt="2025-11-20T19:47:43.620" v="93" actId="26606"/>
          <ac:spMkLst>
            <pc:docMk/>
            <pc:sldMk cId="1314803467" sldId="265"/>
            <ac:spMk id="23" creationId="{AB5E08C4-8CDD-4623-A5B8-E998C6DEE3B7}"/>
          </ac:spMkLst>
        </pc:spChg>
        <pc:spChg chg="add">
          <ac:chgData name="Newswanger, Ashton" userId="be7a2764-57e8-415c-81e0-b613210d8d91" providerId="ADAL" clId="{01AD097B-CE37-4136-93FC-C1EC302C0FDE}" dt="2025-11-20T19:47:43.620" v="93" actId="26606"/>
          <ac:spMkLst>
            <pc:docMk/>
            <pc:sldMk cId="1314803467" sldId="265"/>
            <ac:spMk id="25" creationId="{15F33878-D502-4FFA-8ACE-F2AECDB2A23F}"/>
          </ac:spMkLst>
        </pc:spChg>
        <pc:spChg chg="add">
          <ac:chgData name="Newswanger, Ashton" userId="be7a2764-57e8-415c-81e0-b613210d8d91" providerId="ADAL" clId="{01AD097B-CE37-4136-93FC-C1EC302C0FDE}" dt="2025-11-20T19:47:43.620" v="93" actId="26606"/>
          <ac:spMkLst>
            <pc:docMk/>
            <pc:sldMk cId="1314803467" sldId="265"/>
            <ac:spMk id="27" creationId="{D3539FEE-81D3-4406-802E-60B20B16F4F6}"/>
          </ac:spMkLst>
        </pc:spChg>
        <pc:spChg chg="add">
          <ac:chgData name="Newswanger, Ashton" userId="be7a2764-57e8-415c-81e0-b613210d8d91" providerId="ADAL" clId="{01AD097B-CE37-4136-93FC-C1EC302C0FDE}" dt="2025-11-20T19:47:43.620" v="93" actId="26606"/>
          <ac:spMkLst>
            <pc:docMk/>
            <pc:sldMk cId="1314803467" sldId="265"/>
            <ac:spMk id="29" creationId="{DC701763-729E-462F-A5A8-E0DEFEB1E2E4}"/>
          </ac:spMkLst>
        </pc:spChg>
        <pc:picChg chg="mod">
          <ac:chgData name="Newswanger, Ashton" userId="be7a2764-57e8-415c-81e0-b613210d8d91" providerId="ADAL" clId="{01AD097B-CE37-4136-93FC-C1EC302C0FDE}" dt="2025-11-20T19:47:49.775" v="96" actId="1076"/>
          <ac:picMkLst>
            <pc:docMk/>
            <pc:sldMk cId="1314803467" sldId="265"/>
            <ac:picMk id="7" creationId="{4709AF9A-778F-C7CB-DEF2-68CF0C75D230}"/>
          </ac:picMkLst>
        </pc:picChg>
        <pc:picChg chg="mod">
          <ac:chgData name="Newswanger, Ashton" userId="be7a2764-57e8-415c-81e0-b613210d8d91" providerId="ADAL" clId="{01AD097B-CE37-4136-93FC-C1EC302C0FDE}" dt="2025-11-20T19:47:53.715" v="99" actId="1076"/>
          <ac:picMkLst>
            <pc:docMk/>
            <pc:sldMk cId="1314803467" sldId="265"/>
            <ac:picMk id="11" creationId="{D2C151DF-2F49-3151-141A-9F3E605B42AD}"/>
          </ac:picMkLst>
        </pc:picChg>
      </pc:sldChg>
      <pc:sldChg chg="addSp delSp modSp mod">
        <pc:chgData name="Newswanger, Ashton" userId="be7a2764-57e8-415c-81e0-b613210d8d91" providerId="ADAL" clId="{01AD097B-CE37-4136-93FC-C1EC302C0FDE}" dt="2025-11-20T19:47:35.241" v="89" actId="1076"/>
        <pc:sldMkLst>
          <pc:docMk/>
          <pc:sldMk cId="2657740001" sldId="266"/>
        </pc:sldMkLst>
        <pc:spChg chg="mod">
          <ac:chgData name="Newswanger, Ashton" userId="be7a2764-57e8-415c-81e0-b613210d8d91" providerId="ADAL" clId="{01AD097B-CE37-4136-93FC-C1EC302C0FDE}" dt="2025-11-20T19:47:23.106" v="83" actId="26606"/>
          <ac:spMkLst>
            <pc:docMk/>
            <pc:sldMk cId="2657740001" sldId="266"/>
            <ac:spMk id="2" creationId="{E23F54F1-C5A0-44DB-FC89-882CD451F871}"/>
          </ac:spMkLst>
        </pc:spChg>
        <pc:spChg chg="add">
          <ac:chgData name="Newswanger, Ashton" userId="be7a2764-57e8-415c-81e0-b613210d8d91" providerId="ADAL" clId="{01AD097B-CE37-4136-93FC-C1EC302C0FDE}" dt="2025-11-20T19:47:23.106" v="83" actId="26606"/>
          <ac:spMkLst>
            <pc:docMk/>
            <pc:sldMk cId="2657740001" sldId="266"/>
            <ac:spMk id="21" creationId="{2151139A-886F-4B97-8815-729AD3831BBD}"/>
          </ac:spMkLst>
        </pc:spChg>
        <pc:spChg chg="add">
          <ac:chgData name="Newswanger, Ashton" userId="be7a2764-57e8-415c-81e0-b613210d8d91" providerId="ADAL" clId="{01AD097B-CE37-4136-93FC-C1EC302C0FDE}" dt="2025-11-20T19:47:23.106" v="83" actId="26606"/>
          <ac:spMkLst>
            <pc:docMk/>
            <pc:sldMk cId="2657740001" sldId="266"/>
            <ac:spMk id="23" creationId="{AB5E08C4-8CDD-4623-A5B8-E998C6DEE3B7}"/>
          </ac:spMkLst>
        </pc:spChg>
        <pc:spChg chg="add">
          <ac:chgData name="Newswanger, Ashton" userId="be7a2764-57e8-415c-81e0-b613210d8d91" providerId="ADAL" clId="{01AD097B-CE37-4136-93FC-C1EC302C0FDE}" dt="2025-11-20T19:47:23.106" v="83" actId="26606"/>
          <ac:spMkLst>
            <pc:docMk/>
            <pc:sldMk cId="2657740001" sldId="266"/>
            <ac:spMk id="25" creationId="{15F33878-D502-4FFA-8ACE-F2AECDB2A23F}"/>
          </ac:spMkLst>
        </pc:spChg>
        <pc:spChg chg="add">
          <ac:chgData name="Newswanger, Ashton" userId="be7a2764-57e8-415c-81e0-b613210d8d91" providerId="ADAL" clId="{01AD097B-CE37-4136-93FC-C1EC302C0FDE}" dt="2025-11-20T19:47:23.106" v="83" actId="26606"/>
          <ac:spMkLst>
            <pc:docMk/>
            <pc:sldMk cId="2657740001" sldId="266"/>
            <ac:spMk id="27" creationId="{D3539FEE-81D3-4406-802E-60B20B16F4F6}"/>
          </ac:spMkLst>
        </pc:spChg>
        <pc:picChg chg="mod">
          <ac:chgData name="Newswanger, Ashton" userId="be7a2764-57e8-415c-81e0-b613210d8d91" providerId="ADAL" clId="{01AD097B-CE37-4136-93FC-C1EC302C0FDE}" dt="2025-11-20T19:47:35.241" v="89" actId="1076"/>
          <ac:picMkLst>
            <pc:docMk/>
            <pc:sldMk cId="2657740001" sldId="266"/>
            <ac:picMk id="5" creationId="{1485DF3A-1703-1C42-E927-C2E81DC774B0}"/>
          </ac:picMkLst>
        </pc:picChg>
        <pc:picChg chg="mod">
          <ac:chgData name="Newswanger, Ashton" userId="be7a2764-57e8-415c-81e0-b613210d8d91" providerId="ADAL" clId="{01AD097B-CE37-4136-93FC-C1EC302C0FDE}" dt="2025-11-20T19:47:33.746" v="88" actId="1076"/>
          <ac:picMkLst>
            <pc:docMk/>
            <pc:sldMk cId="2657740001" sldId="266"/>
            <ac:picMk id="7" creationId="{2E0D1A3B-03E1-CF94-0E50-3497030ADC6C}"/>
          </ac:picMkLst>
        </pc:picChg>
      </pc:sldChg>
      <pc:sldChg chg="addSp delSp modSp mod">
        <pc:chgData name="Newswanger, Ashton" userId="be7a2764-57e8-415c-81e0-b613210d8d91" providerId="ADAL" clId="{01AD097B-CE37-4136-93FC-C1EC302C0FDE}" dt="2025-11-20T19:47:15.931" v="81" actId="1076"/>
        <pc:sldMkLst>
          <pc:docMk/>
          <pc:sldMk cId="3586220031" sldId="267"/>
        </pc:sldMkLst>
        <pc:spChg chg="mod">
          <ac:chgData name="Newswanger, Ashton" userId="be7a2764-57e8-415c-81e0-b613210d8d91" providerId="ADAL" clId="{01AD097B-CE37-4136-93FC-C1EC302C0FDE}" dt="2025-11-20T19:47:13.919" v="80" actId="27636"/>
          <ac:spMkLst>
            <pc:docMk/>
            <pc:sldMk cId="3586220031" sldId="267"/>
            <ac:spMk id="2" creationId="{C2B7684F-BF28-5450-57E2-3752381FF0C9}"/>
          </ac:spMkLst>
        </pc:spChg>
        <pc:spChg chg="add">
          <ac:chgData name="Newswanger, Ashton" userId="be7a2764-57e8-415c-81e0-b613210d8d91" providerId="ADAL" clId="{01AD097B-CE37-4136-93FC-C1EC302C0FDE}" dt="2025-11-20T19:46:10.225" v="15" actId="26606"/>
          <ac:spMkLst>
            <pc:docMk/>
            <pc:sldMk cId="3586220031" sldId="267"/>
            <ac:spMk id="32" creationId="{2151139A-886F-4B97-8815-729AD3831BBD}"/>
          </ac:spMkLst>
        </pc:spChg>
        <pc:spChg chg="add">
          <ac:chgData name="Newswanger, Ashton" userId="be7a2764-57e8-415c-81e0-b613210d8d91" providerId="ADAL" clId="{01AD097B-CE37-4136-93FC-C1EC302C0FDE}" dt="2025-11-20T19:46:10.225" v="15" actId="26606"/>
          <ac:spMkLst>
            <pc:docMk/>
            <pc:sldMk cId="3586220031" sldId="267"/>
            <ac:spMk id="34" creationId="{AB5E08C4-8CDD-4623-A5B8-E998C6DEE3B7}"/>
          </ac:spMkLst>
        </pc:spChg>
        <pc:spChg chg="add">
          <ac:chgData name="Newswanger, Ashton" userId="be7a2764-57e8-415c-81e0-b613210d8d91" providerId="ADAL" clId="{01AD097B-CE37-4136-93FC-C1EC302C0FDE}" dt="2025-11-20T19:46:10.225" v="15" actId="26606"/>
          <ac:spMkLst>
            <pc:docMk/>
            <pc:sldMk cId="3586220031" sldId="267"/>
            <ac:spMk id="36" creationId="{15F33878-D502-4FFA-8ACE-F2AECDB2A23F}"/>
          </ac:spMkLst>
        </pc:spChg>
        <pc:spChg chg="add">
          <ac:chgData name="Newswanger, Ashton" userId="be7a2764-57e8-415c-81e0-b613210d8d91" providerId="ADAL" clId="{01AD097B-CE37-4136-93FC-C1EC302C0FDE}" dt="2025-11-20T19:46:10.225" v="15" actId="26606"/>
          <ac:spMkLst>
            <pc:docMk/>
            <pc:sldMk cId="3586220031" sldId="267"/>
            <ac:spMk id="38" creationId="{D3539FEE-81D3-4406-802E-60B20B16F4F6}"/>
          </ac:spMkLst>
        </pc:spChg>
        <pc:spChg chg="add">
          <ac:chgData name="Newswanger, Ashton" userId="be7a2764-57e8-415c-81e0-b613210d8d91" providerId="ADAL" clId="{01AD097B-CE37-4136-93FC-C1EC302C0FDE}" dt="2025-11-20T19:46:10.225" v="15" actId="26606"/>
          <ac:spMkLst>
            <pc:docMk/>
            <pc:sldMk cId="3586220031" sldId="267"/>
            <ac:spMk id="40" creationId="{DC701763-729E-462F-A5A8-E0DEFEB1E2E4}"/>
          </ac:spMkLst>
        </pc:spChg>
        <pc:picChg chg="mod">
          <ac:chgData name="Newswanger, Ashton" userId="be7a2764-57e8-415c-81e0-b613210d8d91" providerId="ADAL" clId="{01AD097B-CE37-4136-93FC-C1EC302C0FDE}" dt="2025-11-20T19:47:15.931" v="81" actId="1076"/>
          <ac:picMkLst>
            <pc:docMk/>
            <pc:sldMk cId="3586220031" sldId="267"/>
            <ac:picMk id="5" creationId="{C6F4ADC3-715F-47EC-512A-CA9E93FFEB46}"/>
          </ac:picMkLst>
        </pc:picChg>
      </pc:sldChg>
      <pc:sldChg chg="addSp delSp modSp mod">
        <pc:chgData name="Newswanger, Ashton" userId="be7a2764-57e8-415c-81e0-b613210d8d91" providerId="ADAL" clId="{01AD097B-CE37-4136-93FC-C1EC302C0FDE}" dt="2025-11-20T19:53:40.724" v="255" actId="1076"/>
        <pc:sldMkLst>
          <pc:docMk/>
          <pc:sldMk cId="1913945956" sldId="268"/>
        </pc:sldMkLst>
        <pc:spChg chg="add">
          <ac:chgData name="Newswanger, Ashton" userId="be7a2764-57e8-415c-81e0-b613210d8d91" providerId="ADAL" clId="{01AD097B-CE37-4136-93FC-C1EC302C0FDE}" dt="2025-11-20T19:45:44.724" v="4" actId="26606"/>
          <ac:spMkLst>
            <pc:docMk/>
            <pc:sldMk cId="1913945956" sldId="268"/>
            <ac:spMk id="32" creationId="{A8384FB5-9ADC-4DDC-881B-597D56F5B15D}"/>
          </ac:spMkLst>
        </pc:spChg>
        <pc:spChg chg="add">
          <ac:chgData name="Newswanger, Ashton" userId="be7a2764-57e8-415c-81e0-b613210d8d91" providerId="ADAL" clId="{01AD097B-CE37-4136-93FC-C1EC302C0FDE}" dt="2025-11-20T19:45:44.724" v="4" actId="26606"/>
          <ac:spMkLst>
            <pc:docMk/>
            <pc:sldMk cId="1913945956" sldId="268"/>
            <ac:spMk id="34" creationId="{1199E1B1-A8C0-4FE8-A5A8-1CB41D69F857}"/>
          </ac:spMkLst>
        </pc:spChg>
        <pc:spChg chg="add">
          <ac:chgData name="Newswanger, Ashton" userId="be7a2764-57e8-415c-81e0-b613210d8d91" providerId="ADAL" clId="{01AD097B-CE37-4136-93FC-C1EC302C0FDE}" dt="2025-11-20T19:45:44.724" v="4" actId="26606"/>
          <ac:spMkLst>
            <pc:docMk/>
            <pc:sldMk cId="1913945956" sldId="268"/>
            <ac:spMk id="36" creationId="{84A8DE83-DE75-4B41-9DB4-A7EC0B0DEC0B}"/>
          </ac:spMkLst>
        </pc:spChg>
        <pc:spChg chg="add">
          <ac:chgData name="Newswanger, Ashton" userId="be7a2764-57e8-415c-81e0-b613210d8d91" providerId="ADAL" clId="{01AD097B-CE37-4136-93FC-C1EC302C0FDE}" dt="2025-11-20T19:45:44.724" v="4" actId="26606"/>
          <ac:spMkLst>
            <pc:docMk/>
            <pc:sldMk cId="1913945956" sldId="268"/>
            <ac:spMk id="38" creationId="{A7009A0A-BEF5-4EAC-AF15-E4F9F002E239}"/>
          </ac:spMkLst>
        </pc:spChg>
        <pc:picChg chg="mod">
          <ac:chgData name="Newswanger, Ashton" userId="be7a2764-57e8-415c-81e0-b613210d8d91" providerId="ADAL" clId="{01AD097B-CE37-4136-93FC-C1EC302C0FDE}" dt="2025-11-20T19:53:40.724" v="255" actId="1076"/>
          <ac:picMkLst>
            <pc:docMk/>
            <pc:sldMk cId="1913945956" sldId="268"/>
            <ac:picMk id="5" creationId="{C217D5FB-036D-B8B1-A034-F46AAD3D6808}"/>
          </ac:picMkLst>
        </pc:picChg>
      </pc:sldChg>
      <pc:sldChg chg="addSp delSp modSp mod">
        <pc:chgData name="Newswanger, Ashton" userId="be7a2764-57e8-415c-81e0-b613210d8d91" providerId="ADAL" clId="{01AD097B-CE37-4136-93FC-C1EC302C0FDE}" dt="2025-11-20T19:45:41.693" v="3" actId="26606"/>
        <pc:sldMkLst>
          <pc:docMk/>
          <pc:sldMk cId="187846192" sldId="269"/>
        </pc:sldMkLst>
        <pc:spChg chg="mod">
          <ac:chgData name="Newswanger, Ashton" userId="be7a2764-57e8-415c-81e0-b613210d8d91" providerId="ADAL" clId="{01AD097B-CE37-4136-93FC-C1EC302C0FDE}" dt="2025-11-20T19:45:41.693" v="3" actId="26606"/>
          <ac:spMkLst>
            <pc:docMk/>
            <pc:sldMk cId="187846192" sldId="269"/>
            <ac:spMk id="2" creationId="{0280AA12-5C7B-101A-CB89-B1E75F91A8AB}"/>
          </ac:spMkLst>
        </pc:spChg>
        <pc:spChg chg="add">
          <ac:chgData name="Newswanger, Ashton" userId="be7a2764-57e8-415c-81e0-b613210d8d91" providerId="ADAL" clId="{01AD097B-CE37-4136-93FC-C1EC302C0FDE}" dt="2025-11-20T19:45:41.693" v="3" actId="26606"/>
          <ac:spMkLst>
            <pc:docMk/>
            <pc:sldMk cId="187846192" sldId="269"/>
            <ac:spMk id="32" creationId="{2151139A-886F-4B97-8815-729AD3831BBD}"/>
          </ac:spMkLst>
        </pc:spChg>
        <pc:spChg chg="add">
          <ac:chgData name="Newswanger, Ashton" userId="be7a2764-57e8-415c-81e0-b613210d8d91" providerId="ADAL" clId="{01AD097B-CE37-4136-93FC-C1EC302C0FDE}" dt="2025-11-20T19:45:41.693" v="3" actId="26606"/>
          <ac:spMkLst>
            <pc:docMk/>
            <pc:sldMk cId="187846192" sldId="269"/>
            <ac:spMk id="34" creationId="{AB5E08C4-8CDD-4623-A5B8-E998C6DEE3B7}"/>
          </ac:spMkLst>
        </pc:spChg>
        <pc:spChg chg="add">
          <ac:chgData name="Newswanger, Ashton" userId="be7a2764-57e8-415c-81e0-b613210d8d91" providerId="ADAL" clId="{01AD097B-CE37-4136-93FC-C1EC302C0FDE}" dt="2025-11-20T19:45:41.693" v="3" actId="26606"/>
          <ac:spMkLst>
            <pc:docMk/>
            <pc:sldMk cId="187846192" sldId="269"/>
            <ac:spMk id="36" creationId="{15F33878-D502-4FFA-8ACE-F2AECDB2A23F}"/>
          </ac:spMkLst>
        </pc:spChg>
        <pc:spChg chg="add">
          <ac:chgData name="Newswanger, Ashton" userId="be7a2764-57e8-415c-81e0-b613210d8d91" providerId="ADAL" clId="{01AD097B-CE37-4136-93FC-C1EC302C0FDE}" dt="2025-11-20T19:45:41.693" v="3" actId="26606"/>
          <ac:spMkLst>
            <pc:docMk/>
            <pc:sldMk cId="187846192" sldId="269"/>
            <ac:spMk id="38" creationId="{D3539FEE-81D3-4406-802E-60B20B16F4F6}"/>
          </ac:spMkLst>
        </pc:spChg>
        <pc:spChg chg="add">
          <ac:chgData name="Newswanger, Ashton" userId="be7a2764-57e8-415c-81e0-b613210d8d91" providerId="ADAL" clId="{01AD097B-CE37-4136-93FC-C1EC302C0FDE}" dt="2025-11-20T19:45:41.693" v="3" actId="26606"/>
          <ac:spMkLst>
            <pc:docMk/>
            <pc:sldMk cId="187846192" sldId="269"/>
            <ac:spMk id="40" creationId="{DC701763-729E-462F-A5A8-E0DEFEB1E2E4}"/>
          </ac:spMkLst>
        </pc:spChg>
        <pc:picChg chg="mod">
          <ac:chgData name="Newswanger, Ashton" userId="be7a2764-57e8-415c-81e0-b613210d8d91" providerId="ADAL" clId="{01AD097B-CE37-4136-93FC-C1EC302C0FDE}" dt="2025-11-20T19:45:41.030" v="2" actId="1076"/>
          <ac:picMkLst>
            <pc:docMk/>
            <pc:sldMk cId="187846192" sldId="269"/>
            <ac:picMk id="7" creationId="{FC6F9E15-C1EE-9603-87BD-015A7E2FAB01}"/>
          </ac:picMkLst>
        </pc:picChg>
      </pc:sldChg>
      <pc:sldChg chg="addSp delSp mod">
        <pc:chgData name="Newswanger, Ashton" userId="be7a2764-57e8-415c-81e0-b613210d8d91" providerId="ADAL" clId="{01AD097B-CE37-4136-93FC-C1EC302C0FDE}" dt="2025-11-20T19:45:36.137" v="1" actId="22"/>
        <pc:sldMkLst>
          <pc:docMk/>
          <pc:sldMk cId="2783237772" sldId="270"/>
        </pc:sldMkLst>
        <pc:picChg chg="add">
          <ac:chgData name="Newswanger, Ashton" userId="be7a2764-57e8-415c-81e0-b613210d8d91" providerId="ADAL" clId="{01AD097B-CE37-4136-93FC-C1EC302C0FDE}" dt="2025-11-20T19:45:36.137" v="1" actId="22"/>
          <ac:picMkLst>
            <pc:docMk/>
            <pc:sldMk cId="2783237772" sldId="270"/>
            <ac:picMk id="8" creationId="{440C00E0-D56D-BCA5-D426-146DA99D50AE}"/>
          </ac:picMkLst>
        </pc:picChg>
      </pc:sldChg>
      <pc:sldChg chg="addSp delSp modSp add mod">
        <pc:chgData name="Newswanger, Ashton" userId="be7a2764-57e8-415c-81e0-b613210d8d91" providerId="ADAL" clId="{01AD097B-CE37-4136-93FC-C1EC302C0FDE}" dt="2025-11-20T19:47:05.157" v="55" actId="20577"/>
        <pc:sldMkLst>
          <pc:docMk/>
          <pc:sldMk cId="4229426134" sldId="271"/>
        </pc:sldMkLst>
        <pc:spChg chg="mod">
          <ac:chgData name="Newswanger, Ashton" userId="be7a2764-57e8-415c-81e0-b613210d8d91" providerId="ADAL" clId="{01AD097B-CE37-4136-93FC-C1EC302C0FDE}" dt="2025-11-20T19:47:05.157" v="55" actId="20577"/>
          <ac:spMkLst>
            <pc:docMk/>
            <pc:sldMk cId="4229426134" sldId="271"/>
            <ac:spMk id="2" creationId="{F79448F7-DCF2-2774-7818-58C41B36D316}"/>
          </ac:spMkLst>
        </pc:spChg>
        <pc:spChg chg="add">
          <ac:chgData name="Newswanger, Ashton" userId="be7a2764-57e8-415c-81e0-b613210d8d91" providerId="ADAL" clId="{01AD097B-CE37-4136-93FC-C1EC302C0FDE}" dt="2025-11-20T19:46:17.776" v="20" actId="26606"/>
          <ac:spMkLst>
            <pc:docMk/>
            <pc:sldMk cId="4229426134" sldId="271"/>
            <ac:spMk id="23" creationId="{9CB95732-565A-4D2C-A3AB-CC460C0D3826}"/>
          </ac:spMkLst>
        </pc:spChg>
        <pc:spChg chg="add">
          <ac:chgData name="Newswanger, Ashton" userId="be7a2764-57e8-415c-81e0-b613210d8d91" providerId="ADAL" clId="{01AD097B-CE37-4136-93FC-C1EC302C0FDE}" dt="2025-11-20T19:46:17.776" v="20" actId="26606"/>
          <ac:spMkLst>
            <pc:docMk/>
            <pc:sldMk cId="4229426134" sldId="271"/>
            <ac:spMk id="25" creationId="{E19B653C-798C-4333-8452-3DF3AE3C1D11}"/>
          </ac:spMkLst>
        </pc:spChg>
        <pc:spChg chg="add">
          <ac:chgData name="Newswanger, Ashton" userId="be7a2764-57e8-415c-81e0-b613210d8d91" providerId="ADAL" clId="{01AD097B-CE37-4136-93FC-C1EC302C0FDE}" dt="2025-11-20T19:46:17.776" v="20" actId="26606"/>
          <ac:spMkLst>
            <pc:docMk/>
            <pc:sldMk cId="4229426134" sldId="271"/>
            <ac:spMk id="27" creationId="{0FE50278-E2EC-42B2-A1F1-921DD39901C4}"/>
          </ac:spMkLst>
        </pc:spChg>
        <pc:spChg chg="add">
          <ac:chgData name="Newswanger, Ashton" userId="be7a2764-57e8-415c-81e0-b613210d8d91" providerId="ADAL" clId="{01AD097B-CE37-4136-93FC-C1EC302C0FDE}" dt="2025-11-20T19:46:17.776" v="20" actId="26606"/>
          <ac:spMkLst>
            <pc:docMk/>
            <pc:sldMk cId="4229426134" sldId="271"/>
            <ac:spMk id="29" creationId="{1236153F-0DB4-40DD-87C6-B40C1B7E282C}"/>
          </ac:spMkLst>
        </pc:spChg>
        <pc:picChg chg="mod modCrop">
          <ac:chgData name="Newswanger, Ashton" userId="be7a2764-57e8-415c-81e0-b613210d8d91" providerId="ADAL" clId="{01AD097B-CE37-4136-93FC-C1EC302C0FDE}" dt="2025-11-20T19:46:51.391" v="35" actId="1076"/>
          <ac:picMkLst>
            <pc:docMk/>
            <pc:sldMk cId="4229426134" sldId="271"/>
            <ac:picMk id="11" creationId="{4287CB06-E80C-9641-3EBC-698D76FD9B97}"/>
          </ac:picMkLst>
        </pc:picChg>
        <pc:picChg chg="mod">
          <ac:chgData name="Newswanger, Ashton" userId="be7a2764-57e8-415c-81e0-b613210d8d91" providerId="ADAL" clId="{01AD097B-CE37-4136-93FC-C1EC302C0FDE}" dt="2025-11-20T19:46:56.171" v="37" actId="1076"/>
          <ac:picMkLst>
            <pc:docMk/>
            <pc:sldMk cId="4229426134" sldId="271"/>
            <ac:picMk id="15" creationId="{5FD67E3F-3CEA-733F-9174-46C865477E90}"/>
          </ac:picMkLst>
        </pc:picChg>
        <pc:picChg chg="mod">
          <ac:chgData name="Newswanger, Ashton" userId="be7a2764-57e8-415c-81e0-b613210d8d91" providerId="ADAL" clId="{01AD097B-CE37-4136-93FC-C1EC302C0FDE}" dt="2025-11-20T19:46:58.392" v="38" actId="14100"/>
          <ac:picMkLst>
            <pc:docMk/>
            <pc:sldMk cId="4229426134" sldId="271"/>
            <ac:picMk id="18" creationId="{8C74DAE6-4321-5A5F-BDAD-C8F673D15896}"/>
          </ac:picMkLst>
        </pc:picChg>
      </pc:sldChg>
      <pc:sldChg chg="addSp delSp modSp new mod setBg">
        <pc:chgData name="Newswanger, Ashton" userId="be7a2764-57e8-415c-81e0-b613210d8d91" providerId="ADAL" clId="{01AD097B-CE37-4136-93FC-C1EC302C0FDE}" dt="2025-12-01T15:48:38.797" v="797"/>
        <pc:sldMkLst>
          <pc:docMk/>
          <pc:sldMk cId="2276309899" sldId="272"/>
        </pc:sldMkLst>
        <pc:spChg chg="mod">
          <ac:chgData name="Newswanger, Ashton" userId="be7a2764-57e8-415c-81e0-b613210d8d91" providerId="ADAL" clId="{01AD097B-CE37-4136-93FC-C1EC302C0FDE}" dt="2025-12-01T15:48:07.258" v="784" actId="26606"/>
          <ac:spMkLst>
            <pc:docMk/>
            <pc:sldMk cId="2276309899" sldId="272"/>
            <ac:spMk id="2" creationId="{A3B981B7-BC88-6FC7-E308-325A4A01F6C7}"/>
          </ac:spMkLst>
        </pc:spChg>
        <pc:spChg chg="del mod">
          <ac:chgData name="Newswanger, Ashton" userId="be7a2764-57e8-415c-81e0-b613210d8d91" providerId="ADAL" clId="{01AD097B-CE37-4136-93FC-C1EC302C0FDE}" dt="2025-12-01T15:46:51.053" v="778" actId="26606"/>
          <ac:spMkLst>
            <pc:docMk/>
            <pc:sldMk cId="2276309899" sldId="272"/>
            <ac:spMk id="3" creationId="{C64F0927-1317-436A-D597-20ED76932591}"/>
          </ac:spMkLst>
        </pc:spChg>
        <pc:spChg chg="add del">
          <ac:chgData name="Newswanger, Ashton" userId="be7a2764-57e8-415c-81e0-b613210d8d91" providerId="ADAL" clId="{01AD097B-CE37-4136-93FC-C1EC302C0FDE}" dt="2025-12-01T15:48:07.273" v="785" actId="26606"/>
          <ac:spMkLst>
            <pc:docMk/>
            <pc:sldMk cId="2276309899" sldId="272"/>
            <ac:spMk id="10" creationId="{BACC6370-2D7E-4714-9D71-7542949D7D5D}"/>
          </ac:spMkLst>
        </pc:spChg>
        <pc:spChg chg="add del">
          <ac:chgData name="Newswanger, Ashton" userId="be7a2764-57e8-415c-81e0-b613210d8d91" providerId="ADAL" clId="{01AD097B-CE37-4136-93FC-C1EC302C0FDE}" dt="2025-12-01T15:48:07.273" v="785" actId="26606"/>
          <ac:spMkLst>
            <pc:docMk/>
            <pc:sldMk cId="2276309899" sldId="272"/>
            <ac:spMk id="12" creationId="{F68B3F68-107C-434F-AA38-110D5EA91B85}"/>
          </ac:spMkLst>
        </pc:spChg>
        <pc:spChg chg="add del">
          <ac:chgData name="Newswanger, Ashton" userId="be7a2764-57e8-415c-81e0-b613210d8d91" providerId="ADAL" clId="{01AD097B-CE37-4136-93FC-C1EC302C0FDE}" dt="2025-12-01T15:48:07.273" v="785" actId="26606"/>
          <ac:spMkLst>
            <pc:docMk/>
            <pc:sldMk cId="2276309899" sldId="272"/>
            <ac:spMk id="14" creationId="{AAD0DBB9-1A4B-4391-81D4-CB19F9AB918A}"/>
          </ac:spMkLst>
        </pc:spChg>
        <pc:spChg chg="add del">
          <ac:chgData name="Newswanger, Ashton" userId="be7a2764-57e8-415c-81e0-b613210d8d91" providerId="ADAL" clId="{01AD097B-CE37-4136-93FC-C1EC302C0FDE}" dt="2025-12-01T15:48:07.273" v="785" actId="26606"/>
          <ac:spMkLst>
            <pc:docMk/>
            <pc:sldMk cId="2276309899" sldId="272"/>
            <ac:spMk id="16" creationId="{063BBA22-50EA-4C4D-BE05-F1CE4E63AA56}"/>
          </ac:spMkLst>
        </pc:spChg>
        <pc:spChg chg="add del">
          <ac:chgData name="Newswanger, Ashton" userId="be7a2764-57e8-415c-81e0-b613210d8d91" providerId="ADAL" clId="{01AD097B-CE37-4136-93FC-C1EC302C0FDE}" dt="2025-12-01T15:48:02.308" v="782" actId="26606"/>
          <ac:spMkLst>
            <pc:docMk/>
            <pc:sldMk cId="2276309899" sldId="272"/>
            <ac:spMk id="21" creationId="{BACC6370-2D7E-4714-9D71-7542949D7D5D}"/>
          </ac:spMkLst>
        </pc:spChg>
        <pc:spChg chg="add del">
          <ac:chgData name="Newswanger, Ashton" userId="be7a2764-57e8-415c-81e0-b613210d8d91" providerId="ADAL" clId="{01AD097B-CE37-4136-93FC-C1EC302C0FDE}" dt="2025-12-01T15:48:02.308" v="782" actId="26606"/>
          <ac:spMkLst>
            <pc:docMk/>
            <pc:sldMk cId="2276309899" sldId="272"/>
            <ac:spMk id="23" creationId="{F68B3F68-107C-434F-AA38-110D5EA91B85}"/>
          </ac:spMkLst>
        </pc:spChg>
        <pc:spChg chg="add del">
          <ac:chgData name="Newswanger, Ashton" userId="be7a2764-57e8-415c-81e0-b613210d8d91" providerId="ADAL" clId="{01AD097B-CE37-4136-93FC-C1EC302C0FDE}" dt="2025-12-01T15:48:02.308" v="782" actId="26606"/>
          <ac:spMkLst>
            <pc:docMk/>
            <pc:sldMk cId="2276309899" sldId="272"/>
            <ac:spMk id="25" creationId="{AAD0DBB9-1A4B-4391-81D4-CB19F9AB918A}"/>
          </ac:spMkLst>
        </pc:spChg>
        <pc:spChg chg="add del">
          <ac:chgData name="Newswanger, Ashton" userId="be7a2764-57e8-415c-81e0-b613210d8d91" providerId="ADAL" clId="{01AD097B-CE37-4136-93FC-C1EC302C0FDE}" dt="2025-12-01T15:48:02.308" v="782" actId="26606"/>
          <ac:spMkLst>
            <pc:docMk/>
            <pc:sldMk cId="2276309899" sldId="272"/>
            <ac:spMk id="27" creationId="{063BBA22-50EA-4C4D-BE05-F1CE4E63AA56}"/>
          </ac:spMkLst>
        </pc:spChg>
        <pc:spChg chg="add del">
          <ac:chgData name="Newswanger, Ashton" userId="be7a2764-57e8-415c-81e0-b613210d8d91" providerId="ADAL" clId="{01AD097B-CE37-4136-93FC-C1EC302C0FDE}" dt="2025-12-01T15:48:07.258" v="784" actId="26606"/>
          <ac:spMkLst>
            <pc:docMk/>
            <pc:sldMk cId="2276309899" sldId="272"/>
            <ac:spMk id="29" creationId="{16AC3602-3348-4F31-9E43-076B03514ECB}"/>
          </ac:spMkLst>
        </pc:spChg>
        <pc:spChg chg="add del">
          <ac:chgData name="Newswanger, Ashton" userId="be7a2764-57e8-415c-81e0-b613210d8d91" providerId="ADAL" clId="{01AD097B-CE37-4136-93FC-C1EC302C0FDE}" dt="2025-12-01T15:48:07.258" v="784" actId="26606"/>
          <ac:spMkLst>
            <pc:docMk/>
            <pc:sldMk cId="2276309899" sldId="272"/>
            <ac:spMk id="30" creationId="{394094B0-A6C9-44BE-9042-66EF0612F625}"/>
          </ac:spMkLst>
        </pc:spChg>
        <pc:spChg chg="add del">
          <ac:chgData name="Newswanger, Ashton" userId="be7a2764-57e8-415c-81e0-b613210d8d91" providerId="ADAL" clId="{01AD097B-CE37-4136-93FC-C1EC302C0FDE}" dt="2025-12-01T15:48:07.258" v="784" actId="26606"/>
          <ac:spMkLst>
            <pc:docMk/>
            <pc:sldMk cId="2276309899" sldId="272"/>
            <ac:spMk id="31" creationId="{64C2CA96-0B16-4AA7-B340-33044D238597}"/>
          </ac:spMkLst>
        </pc:spChg>
        <pc:spChg chg="add del">
          <ac:chgData name="Newswanger, Ashton" userId="be7a2764-57e8-415c-81e0-b613210d8d91" providerId="ADAL" clId="{01AD097B-CE37-4136-93FC-C1EC302C0FDE}" dt="2025-12-01T15:48:07.258" v="784" actId="26606"/>
          <ac:spMkLst>
            <pc:docMk/>
            <pc:sldMk cId="2276309899" sldId="272"/>
            <ac:spMk id="32" creationId="{1D50D7A8-F1D5-4306-8A9B-DD7A73EB8BCE}"/>
          </ac:spMkLst>
        </pc:spChg>
        <pc:spChg chg="add">
          <ac:chgData name="Newswanger, Ashton" userId="be7a2764-57e8-415c-81e0-b613210d8d91" providerId="ADAL" clId="{01AD097B-CE37-4136-93FC-C1EC302C0FDE}" dt="2025-12-01T15:48:07.273" v="785" actId="26606"/>
          <ac:spMkLst>
            <pc:docMk/>
            <pc:sldMk cId="2276309899" sldId="272"/>
            <ac:spMk id="34" creationId="{BACC6370-2D7E-4714-9D71-7542949D7D5D}"/>
          </ac:spMkLst>
        </pc:spChg>
        <pc:spChg chg="add">
          <ac:chgData name="Newswanger, Ashton" userId="be7a2764-57e8-415c-81e0-b613210d8d91" providerId="ADAL" clId="{01AD097B-CE37-4136-93FC-C1EC302C0FDE}" dt="2025-12-01T15:48:07.273" v="785" actId="26606"/>
          <ac:spMkLst>
            <pc:docMk/>
            <pc:sldMk cId="2276309899" sldId="272"/>
            <ac:spMk id="35" creationId="{F68B3F68-107C-434F-AA38-110D5EA91B85}"/>
          </ac:spMkLst>
        </pc:spChg>
        <pc:spChg chg="add">
          <ac:chgData name="Newswanger, Ashton" userId="be7a2764-57e8-415c-81e0-b613210d8d91" providerId="ADAL" clId="{01AD097B-CE37-4136-93FC-C1EC302C0FDE}" dt="2025-12-01T15:48:07.273" v="785" actId="26606"/>
          <ac:spMkLst>
            <pc:docMk/>
            <pc:sldMk cId="2276309899" sldId="272"/>
            <ac:spMk id="36" creationId="{AAD0DBB9-1A4B-4391-81D4-CB19F9AB918A}"/>
          </ac:spMkLst>
        </pc:spChg>
        <pc:spChg chg="add">
          <ac:chgData name="Newswanger, Ashton" userId="be7a2764-57e8-415c-81e0-b613210d8d91" providerId="ADAL" clId="{01AD097B-CE37-4136-93FC-C1EC302C0FDE}" dt="2025-12-01T15:48:07.273" v="785" actId="26606"/>
          <ac:spMkLst>
            <pc:docMk/>
            <pc:sldMk cId="2276309899" sldId="272"/>
            <ac:spMk id="37" creationId="{063BBA22-50EA-4C4D-BE05-F1CE4E63AA56}"/>
          </ac:spMkLst>
        </pc:spChg>
        <pc:graphicFrameChg chg="add mod modGraphic">
          <ac:chgData name="Newswanger, Ashton" userId="be7a2764-57e8-415c-81e0-b613210d8d91" providerId="ADAL" clId="{01AD097B-CE37-4136-93FC-C1EC302C0FDE}" dt="2025-12-01T15:48:38.797" v="797"/>
          <ac:graphicFrameMkLst>
            <pc:docMk/>
            <pc:sldMk cId="2276309899" sldId="272"/>
            <ac:graphicFrameMk id="5" creationId="{DE3B6EEC-5FCC-F0FC-4230-4EBDBA13F888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127BB5-A9BB-44F8-A96A-55AB740A31B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A925CC9-50A0-4C23-BD86-1ACF9E93EAE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>
              <a:solidFill>
                <a:schemeClr val="tx1"/>
              </a:solidFill>
            </a:rPr>
            <a:t>I utilized in class skills to analyze differing salaries in the Data Science field and added my interest in statistical analysis to the data set by completing a t-test.</a:t>
          </a:r>
        </a:p>
      </dgm:t>
    </dgm:pt>
    <dgm:pt modelId="{760C7AB7-5D9B-4F7E-BF1F-8737241D481E}" type="sibTrans" cxnId="{03B8674C-B77F-40CE-BEE7-C0799B606E30}">
      <dgm:prSet/>
      <dgm:spPr/>
      <dgm:t>
        <a:bodyPr/>
        <a:lstStyle/>
        <a:p>
          <a:endParaRPr lang="en-US"/>
        </a:p>
      </dgm:t>
    </dgm:pt>
    <dgm:pt modelId="{E4AF9885-455B-4443-A102-A82DDEAD433E}" type="parTrans" cxnId="{03B8674C-B77F-40CE-BEE7-C0799B606E30}">
      <dgm:prSet/>
      <dgm:spPr/>
      <dgm:t>
        <a:bodyPr/>
        <a:lstStyle/>
        <a:p>
          <a:endParaRPr lang="en-US"/>
        </a:p>
      </dgm:t>
    </dgm:pt>
    <dgm:pt modelId="{2681AC4E-9FB2-4E26-93FE-33397BA7E5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tx1"/>
              </a:solidFill>
            </a:rPr>
            <a:t>Overall, this project gave me a field specific example of utilizing Python for data analysis.</a:t>
          </a:r>
        </a:p>
      </dgm:t>
    </dgm:pt>
    <dgm:pt modelId="{04B8CE47-E6C7-421C-BEE8-FCED6D40CF6F}" type="sibTrans" cxnId="{3B7BA939-A38B-4832-BE40-4D4195478861}">
      <dgm:prSet/>
      <dgm:spPr/>
      <dgm:t>
        <a:bodyPr/>
        <a:lstStyle/>
        <a:p>
          <a:endParaRPr lang="en-US"/>
        </a:p>
      </dgm:t>
    </dgm:pt>
    <dgm:pt modelId="{FDAC24E1-B446-4C30-9B05-1745A480DB0C}" type="parTrans" cxnId="{3B7BA939-A38B-4832-BE40-4D4195478861}">
      <dgm:prSet/>
      <dgm:spPr/>
      <dgm:t>
        <a:bodyPr/>
        <a:lstStyle/>
        <a:p>
          <a:endParaRPr lang="en-US"/>
        </a:p>
      </dgm:t>
    </dgm:pt>
    <dgm:pt modelId="{65A210F8-5322-4E70-9D6F-24BA6C35E0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tx1"/>
              </a:solidFill>
            </a:rPr>
            <a:t>This class helped me understand the basics of Python and how to work with large data sets in Python.</a:t>
          </a:r>
        </a:p>
      </dgm:t>
    </dgm:pt>
    <dgm:pt modelId="{E62E27B5-8D3B-47A4-9B95-5C25E1E0F4DF}" type="sibTrans" cxnId="{E7D8C7C5-F9BF-4846-84BA-A3C844DEE532}">
      <dgm:prSet/>
      <dgm:spPr/>
      <dgm:t>
        <a:bodyPr/>
        <a:lstStyle/>
        <a:p>
          <a:endParaRPr lang="en-US"/>
        </a:p>
      </dgm:t>
    </dgm:pt>
    <dgm:pt modelId="{A038D01E-4463-4B39-8E6A-D9DACBF293A1}" type="parTrans" cxnId="{E7D8C7C5-F9BF-4846-84BA-A3C844DEE532}">
      <dgm:prSet/>
      <dgm:spPr/>
      <dgm:t>
        <a:bodyPr/>
        <a:lstStyle/>
        <a:p>
          <a:endParaRPr lang="en-US"/>
        </a:p>
      </dgm:t>
    </dgm:pt>
    <dgm:pt modelId="{62900828-E963-43AA-93D3-A472F3D6C4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tx1"/>
              </a:solidFill>
            </a:rPr>
            <a:t>Questions?</a:t>
          </a:r>
        </a:p>
      </dgm:t>
    </dgm:pt>
    <dgm:pt modelId="{09D7D13B-7CFD-4A8F-8EB9-A24B89346D21}" type="sibTrans" cxnId="{5B02FA89-F8C1-4B6D-9E6A-DBFD1A8A570E}">
      <dgm:prSet/>
      <dgm:spPr/>
      <dgm:t>
        <a:bodyPr/>
        <a:lstStyle/>
        <a:p>
          <a:endParaRPr lang="en-US"/>
        </a:p>
      </dgm:t>
    </dgm:pt>
    <dgm:pt modelId="{B9A36C67-9CAB-4E31-8FBD-4AA81CBAD6A4}" type="parTrans" cxnId="{5B02FA89-F8C1-4B6D-9E6A-DBFD1A8A570E}">
      <dgm:prSet/>
      <dgm:spPr/>
      <dgm:t>
        <a:bodyPr/>
        <a:lstStyle/>
        <a:p>
          <a:endParaRPr lang="en-US"/>
        </a:p>
      </dgm:t>
    </dgm:pt>
    <dgm:pt modelId="{B6AEB233-F39A-4EAA-A444-404FEED06E06}" type="pres">
      <dgm:prSet presAssocID="{AD127BB5-A9BB-44F8-A96A-55AB740A31BE}" presName="root" presStyleCnt="0">
        <dgm:presLayoutVars>
          <dgm:dir/>
          <dgm:resizeHandles val="exact"/>
        </dgm:presLayoutVars>
      </dgm:prSet>
      <dgm:spPr/>
    </dgm:pt>
    <dgm:pt modelId="{92304DCE-23DB-40B3-9873-3BDC88C26D2F}" type="pres">
      <dgm:prSet presAssocID="{5A925CC9-50A0-4C23-BD86-1ACF9E93EAE6}" presName="compNode" presStyleCnt="0"/>
      <dgm:spPr/>
    </dgm:pt>
    <dgm:pt modelId="{8E48866A-AE58-46DF-96F3-7A3EBEECDAF3}" type="pres">
      <dgm:prSet presAssocID="{5A925CC9-50A0-4C23-BD86-1ACF9E93EAE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A8564F6-ED27-4700-AF42-6534A63B7744}" type="pres">
      <dgm:prSet presAssocID="{5A925CC9-50A0-4C23-BD86-1ACF9E93EAE6}" presName="spaceRect" presStyleCnt="0"/>
      <dgm:spPr/>
    </dgm:pt>
    <dgm:pt modelId="{F3F67EB4-12B9-4898-803B-887E302CBF47}" type="pres">
      <dgm:prSet presAssocID="{5A925CC9-50A0-4C23-BD86-1ACF9E93EAE6}" presName="textRect" presStyleLbl="revTx" presStyleIdx="0" presStyleCnt="4" custScaleX="127110">
        <dgm:presLayoutVars>
          <dgm:chMax val="1"/>
          <dgm:chPref val="1"/>
        </dgm:presLayoutVars>
      </dgm:prSet>
      <dgm:spPr/>
    </dgm:pt>
    <dgm:pt modelId="{EA6F586F-52CD-4252-AFA1-64FFCF211014}" type="pres">
      <dgm:prSet presAssocID="{760C7AB7-5D9B-4F7E-BF1F-8737241D481E}" presName="sibTrans" presStyleCnt="0"/>
      <dgm:spPr/>
    </dgm:pt>
    <dgm:pt modelId="{77F66C7F-CDAC-4D9D-9C1F-D4917E590CE3}" type="pres">
      <dgm:prSet presAssocID="{2681AC4E-9FB2-4E26-93FE-33397BA7E573}" presName="compNode" presStyleCnt="0"/>
      <dgm:spPr/>
    </dgm:pt>
    <dgm:pt modelId="{E3EA4E85-0DA5-44A5-A317-31A72852E20B}" type="pres">
      <dgm:prSet presAssocID="{2681AC4E-9FB2-4E26-93FE-33397BA7E57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B68D118D-4BE0-473F-A75A-41217D602528}" type="pres">
      <dgm:prSet presAssocID="{2681AC4E-9FB2-4E26-93FE-33397BA7E573}" presName="spaceRect" presStyleCnt="0"/>
      <dgm:spPr/>
    </dgm:pt>
    <dgm:pt modelId="{ECDBC9D5-6C1C-48DF-A333-DF0EDDEA6E5E}" type="pres">
      <dgm:prSet presAssocID="{2681AC4E-9FB2-4E26-93FE-33397BA7E573}" presName="textRect" presStyleLbl="revTx" presStyleIdx="1" presStyleCnt="4">
        <dgm:presLayoutVars>
          <dgm:chMax val="1"/>
          <dgm:chPref val="1"/>
        </dgm:presLayoutVars>
      </dgm:prSet>
      <dgm:spPr/>
    </dgm:pt>
    <dgm:pt modelId="{49209390-31F7-41E6-92A8-2DF6DF493841}" type="pres">
      <dgm:prSet presAssocID="{04B8CE47-E6C7-421C-BEE8-FCED6D40CF6F}" presName="sibTrans" presStyleCnt="0"/>
      <dgm:spPr/>
    </dgm:pt>
    <dgm:pt modelId="{68FC908D-20F8-4C7C-93F4-6E3AB362DEBD}" type="pres">
      <dgm:prSet presAssocID="{65A210F8-5322-4E70-9D6F-24BA6C35E02D}" presName="compNode" presStyleCnt="0"/>
      <dgm:spPr/>
    </dgm:pt>
    <dgm:pt modelId="{591FDC0A-AED0-40B0-B07D-8E70500C4372}" type="pres">
      <dgm:prSet presAssocID="{65A210F8-5322-4E70-9D6F-24BA6C35E02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01A6889-352A-44B5-A544-478F031DF52A}" type="pres">
      <dgm:prSet presAssocID="{65A210F8-5322-4E70-9D6F-24BA6C35E02D}" presName="spaceRect" presStyleCnt="0"/>
      <dgm:spPr/>
    </dgm:pt>
    <dgm:pt modelId="{5B77E704-D042-4DB6-82F5-F66CAC43013C}" type="pres">
      <dgm:prSet presAssocID="{65A210F8-5322-4E70-9D6F-24BA6C35E02D}" presName="textRect" presStyleLbl="revTx" presStyleIdx="2" presStyleCnt="4">
        <dgm:presLayoutVars>
          <dgm:chMax val="1"/>
          <dgm:chPref val="1"/>
        </dgm:presLayoutVars>
      </dgm:prSet>
      <dgm:spPr/>
    </dgm:pt>
    <dgm:pt modelId="{70B8458E-9903-458A-B378-1DB708A7A51F}" type="pres">
      <dgm:prSet presAssocID="{E62E27B5-8D3B-47A4-9B95-5C25E1E0F4DF}" presName="sibTrans" presStyleCnt="0"/>
      <dgm:spPr/>
    </dgm:pt>
    <dgm:pt modelId="{CCB26B06-CE8D-40C9-9FD3-52AACA8E2887}" type="pres">
      <dgm:prSet presAssocID="{62900828-E963-43AA-93D3-A472F3D6C454}" presName="compNode" presStyleCnt="0"/>
      <dgm:spPr/>
    </dgm:pt>
    <dgm:pt modelId="{CD644738-41A3-4531-8255-13073A66881F}" type="pres">
      <dgm:prSet presAssocID="{62900828-E963-43AA-93D3-A472F3D6C45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9DDEECBF-0E61-4406-ADF9-424C7ADE58F7}" type="pres">
      <dgm:prSet presAssocID="{62900828-E963-43AA-93D3-A472F3D6C454}" presName="spaceRect" presStyleCnt="0"/>
      <dgm:spPr/>
    </dgm:pt>
    <dgm:pt modelId="{0E499605-9BE1-4802-9B34-5CE4B55B0E52}" type="pres">
      <dgm:prSet presAssocID="{62900828-E963-43AA-93D3-A472F3D6C45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2B65D1B-B79E-4E83-BB7D-F1723EF425E4}" type="presOf" srcId="{AD127BB5-A9BB-44F8-A96A-55AB740A31BE}" destId="{B6AEB233-F39A-4EAA-A444-404FEED06E06}" srcOrd="0" destOrd="0" presId="urn:microsoft.com/office/officeart/2018/2/layout/IconLabelList"/>
    <dgm:cxn modelId="{3B7BA939-A38B-4832-BE40-4D4195478861}" srcId="{AD127BB5-A9BB-44F8-A96A-55AB740A31BE}" destId="{2681AC4E-9FB2-4E26-93FE-33397BA7E573}" srcOrd="1" destOrd="0" parTransId="{FDAC24E1-B446-4C30-9B05-1745A480DB0C}" sibTransId="{04B8CE47-E6C7-421C-BEE8-FCED6D40CF6F}"/>
    <dgm:cxn modelId="{03B8674C-B77F-40CE-BEE7-C0799B606E30}" srcId="{AD127BB5-A9BB-44F8-A96A-55AB740A31BE}" destId="{5A925CC9-50A0-4C23-BD86-1ACF9E93EAE6}" srcOrd="0" destOrd="0" parTransId="{E4AF9885-455B-4443-A102-A82DDEAD433E}" sibTransId="{760C7AB7-5D9B-4F7E-BF1F-8737241D481E}"/>
    <dgm:cxn modelId="{9E037475-2027-4220-A188-FB558D41BE55}" type="presOf" srcId="{65A210F8-5322-4E70-9D6F-24BA6C35E02D}" destId="{5B77E704-D042-4DB6-82F5-F66CAC43013C}" srcOrd="0" destOrd="0" presId="urn:microsoft.com/office/officeart/2018/2/layout/IconLabelList"/>
    <dgm:cxn modelId="{BB43E076-5470-41F0-A14D-5B6219C3C901}" type="presOf" srcId="{2681AC4E-9FB2-4E26-93FE-33397BA7E573}" destId="{ECDBC9D5-6C1C-48DF-A333-DF0EDDEA6E5E}" srcOrd="0" destOrd="0" presId="urn:microsoft.com/office/officeart/2018/2/layout/IconLabelList"/>
    <dgm:cxn modelId="{5B02FA89-F8C1-4B6D-9E6A-DBFD1A8A570E}" srcId="{AD127BB5-A9BB-44F8-A96A-55AB740A31BE}" destId="{62900828-E963-43AA-93D3-A472F3D6C454}" srcOrd="3" destOrd="0" parTransId="{B9A36C67-9CAB-4E31-8FBD-4AA81CBAD6A4}" sibTransId="{09D7D13B-7CFD-4A8F-8EB9-A24B89346D21}"/>
    <dgm:cxn modelId="{C6F48F8B-66C3-43E7-A30D-36C0A96F7506}" type="presOf" srcId="{62900828-E963-43AA-93D3-A472F3D6C454}" destId="{0E499605-9BE1-4802-9B34-5CE4B55B0E52}" srcOrd="0" destOrd="0" presId="urn:microsoft.com/office/officeart/2018/2/layout/IconLabelList"/>
    <dgm:cxn modelId="{3687E3A7-4869-4B4C-9922-B523C2098ECE}" type="presOf" srcId="{5A925CC9-50A0-4C23-BD86-1ACF9E93EAE6}" destId="{F3F67EB4-12B9-4898-803B-887E302CBF47}" srcOrd="0" destOrd="0" presId="urn:microsoft.com/office/officeart/2018/2/layout/IconLabelList"/>
    <dgm:cxn modelId="{E7D8C7C5-F9BF-4846-84BA-A3C844DEE532}" srcId="{AD127BB5-A9BB-44F8-A96A-55AB740A31BE}" destId="{65A210F8-5322-4E70-9D6F-24BA6C35E02D}" srcOrd="2" destOrd="0" parTransId="{A038D01E-4463-4B39-8E6A-D9DACBF293A1}" sibTransId="{E62E27B5-8D3B-47A4-9B95-5C25E1E0F4DF}"/>
    <dgm:cxn modelId="{995948B8-688E-4900-984F-D201AB82A7EC}" type="presParOf" srcId="{B6AEB233-F39A-4EAA-A444-404FEED06E06}" destId="{92304DCE-23DB-40B3-9873-3BDC88C26D2F}" srcOrd="0" destOrd="0" presId="urn:microsoft.com/office/officeart/2018/2/layout/IconLabelList"/>
    <dgm:cxn modelId="{BF2689E3-0FAF-47B7-B9D5-6BD586991EE1}" type="presParOf" srcId="{92304DCE-23DB-40B3-9873-3BDC88C26D2F}" destId="{8E48866A-AE58-46DF-96F3-7A3EBEECDAF3}" srcOrd="0" destOrd="0" presId="urn:microsoft.com/office/officeart/2018/2/layout/IconLabelList"/>
    <dgm:cxn modelId="{D15E70ED-7FD6-4892-93EA-D8FB49C30494}" type="presParOf" srcId="{92304DCE-23DB-40B3-9873-3BDC88C26D2F}" destId="{4A8564F6-ED27-4700-AF42-6534A63B7744}" srcOrd="1" destOrd="0" presId="urn:microsoft.com/office/officeart/2018/2/layout/IconLabelList"/>
    <dgm:cxn modelId="{11FA93E8-D1E5-48B7-BB47-2D568A3B1889}" type="presParOf" srcId="{92304DCE-23DB-40B3-9873-3BDC88C26D2F}" destId="{F3F67EB4-12B9-4898-803B-887E302CBF47}" srcOrd="2" destOrd="0" presId="urn:microsoft.com/office/officeart/2018/2/layout/IconLabelList"/>
    <dgm:cxn modelId="{D0308502-B090-4695-8CFC-874305191435}" type="presParOf" srcId="{B6AEB233-F39A-4EAA-A444-404FEED06E06}" destId="{EA6F586F-52CD-4252-AFA1-64FFCF211014}" srcOrd="1" destOrd="0" presId="urn:microsoft.com/office/officeart/2018/2/layout/IconLabelList"/>
    <dgm:cxn modelId="{1FF833F1-3258-45C5-9DE9-13C1D6AA06F5}" type="presParOf" srcId="{B6AEB233-F39A-4EAA-A444-404FEED06E06}" destId="{77F66C7F-CDAC-4D9D-9C1F-D4917E590CE3}" srcOrd="2" destOrd="0" presId="urn:microsoft.com/office/officeart/2018/2/layout/IconLabelList"/>
    <dgm:cxn modelId="{5BD08959-80DC-4B41-9C3B-9BC7D508AEA0}" type="presParOf" srcId="{77F66C7F-CDAC-4D9D-9C1F-D4917E590CE3}" destId="{E3EA4E85-0DA5-44A5-A317-31A72852E20B}" srcOrd="0" destOrd="0" presId="urn:microsoft.com/office/officeart/2018/2/layout/IconLabelList"/>
    <dgm:cxn modelId="{41E5EDAD-92E9-442A-B518-C0C35A99EC18}" type="presParOf" srcId="{77F66C7F-CDAC-4D9D-9C1F-D4917E590CE3}" destId="{B68D118D-4BE0-473F-A75A-41217D602528}" srcOrd="1" destOrd="0" presId="urn:microsoft.com/office/officeart/2018/2/layout/IconLabelList"/>
    <dgm:cxn modelId="{484A96D7-8C9B-415A-9C89-87EA7D1D2152}" type="presParOf" srcId="{77F66C7F-CDAC-4D9D-9C1F-D4917E590CE3}" destId="{ECDBC9D5-6C1C-48DF-A333-DF0EDDEA6E5E}" srcOrd="2" destOrd="0" presId="urn:microsoft.com/office/officeart/2018/2/layout/IconLabelList"/>
    <dgm:cxn modelId="{01BC45E9-3F16-415A-BAB9-CE1503270C8E}" type="presParOf" srcId="{B6AEB233-F39A-4EAA-A444-404FEED06E06}" destId="{49209390-31F7-41E6-92A8-2DF6DF493841}" srcOrd="3" destOrd="0" presId="urn:microsoft.com/office/officeart/2018/2/layout/IconLabelList"/>
    <dgm:cxn modelId="{D2AA0E34-D5DC-48D1-B1C9-7204AF460E3D}" type="presParOf" srcId="{B6AEB233-F39A-4EAA-A444-404FEED06E06}" destId="{68FC908D-20F8-4C7C-93F4-6E3AB362DEBD}" srcOrd="4" destOrd="0" presId="urn:microsoft.com/office/officeart/2018/2/layout/IconLabelList"/>
    <dgm:cxn modelId="{BE668B98-7C1C-45A7-84D0-4497BBC250F2}" type="presParOf" srcId="{68FC908D-20F8-4C7C-93F4-6E3AB362DEBD}" destId="{591FDC0A-AED0-40B0-B07D-8E70500C4372}" srcOrd="0" destOrd="0" presId="urn:microsoft.com/office/officeart/2018/2/layout/IconLabelList"/>
    <dgm:cxn modelId="{889E1A5A-DFDE-4579-A5F7-75BC21C04B29}" type="presParOf" srcId="{68FC908D-20F8-4C7C-93F4-6E3AB362DEBD}" destId="{F01A6889-352A-44B5-A544-478F031DF52A}" srcOrd="1" destOrd="0" presId="urn:microsoft.com/office/officeart/2018/2/layout/IconLabelList"/>
    <dgm:cxn modelId="{7A3E7520-48EE-4020-9BEA-6AD97484D489}" type="presParOf" srcId="{68FC908D-20F8-4C7C-93F4-6E3AB362DEBD}" destId="{5B77E704-D042-4DB6-82F5-F66CAC43013C}" srcOrd="2" destOrd="0" presId="urn:microsoft.com/office/officeart/2018/2/layout/IconLabelList"/>
    <dgm:cxn modelId="{8A37C544-9E72-4A0B-810C-F02431636D6F}" type="presParOf" srcId="{B6AEB233-F39A-4EAA-A444-404FEED06E06}" destId="{70B8458E-9903-458A-B378-1DB708A7A51F}" srcOrd="5" destOrd="0" presId="urn:microsoft.com/office/officeart/2018/2/layout/IconLabelList"/>
    <dgm:cxn modelId="{F14B15D5-16DB-4A29-83EB-65A0F6A739A2}" type="presParOf" srcId="{B6AEB233-F39A-4EAA-A444-404FEED06E06}" destId="{CCB26B06-CE8D-40C9-9FD3-52AACA8E2887}" srcOrd="6" destOrd="0" presId="urn:microsoft.com/office/officeart/2018/2/layout/IconLabelList"/>
    <dgm:cxn modelId="{85A3BC7A-A033-454D-83C7-720091513DDE}" type="presParOf" srcId="{CCB26B06-CE8D-40C9-9FD3-52AACA8E2887}" destId="{CD644738-41A3-4531-8255-13073A66881F}" srcOrd="0" destOrd="0" presId="urn:microsoft.com/office/officeart/2018/2/layout/IconLabelList"/>
    <dgm:cxn modelId="{7A8D68FE-C520-4112-86B4-0689135DF085}" type="presParOf" srcId="{CCB26B06-CE8D-40C9-9FD3-52AACA8E2887}" destId="{9DDEECBF-0E61-4406-ADF9-424C7ADE58F7}" srcOrd="1" destOrd="0" presId="urn:microsoft.com/office/officeart/2018/2/layout/IconLabelList"/>
    <dgm:cxn modelId="{7AFD336E-CEE1-4516-A73D-6FB6DFF38231}" type="presParOf" srcId="{CCB26B06-CE8D-40C9-9FD3-52AACA8E2887}" destId="{0E499605-9BE1-4802-9B34-5CE4B55B0E5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48866A-AE58-46DF-96F3-7A3EBEECDAF3}">
      <dsp:nvSpPr>
        <dsp:cNvPr id="0" name=""/>
        <dsp:cNvSpPr/>
      </dsp:nvSpPr>
      <dsp:spPr>
        <a:xfrm>
          <a:off x="1319490" y="644311"/>
          <a:ext cx="938360" cy="9383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F67EB4-12B9-4898-803B-887E302CBF47}">
      <dsp:nvSpPr>
        <dsp:cNvPr id="0" name=""/>
        <dsp:cNvSpPr/>
      </dsp:nvSpPr>
      <dsp:spPr>
        <a:xfrm>
          <a:off x="463393" y="2018493"/>
          <a:ext cx="2650554" cy="15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I utilized in class skills to analyze differing salaries in the Data Science field and added my interest in statistical analysis to the data set by completing a t-test.</a:t>
          </a:r>
        </a:p>
      </dsp:txBody>
      <dsp:txXfrm>
        <a:off x="463393" y="2018493"/>
        <a:ext cx="2650554" cy="1530000"/>
      </dsp:txXfrm>
    </dsp:sp>
    <dsp:sp modelId="{E3EA4E85-0DA5-44A5-A317-31A72852E20B}">
      <dsp:nvSpPr>
        <dsp:cNvPr id="0" name=""/>
        <dsp:cNvSpPr/>
      </dsp:nvSpPr>
      <dsp:spPr>
        <a:xfrm>
          <a:off x="4052308" y="644311"/>
          <a:ext cx="938360" cy="9383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DBC9D5-6C1C-48DF-A333-DF0EDDEA6E5E}">
      <dsp:nvSpPr>
        <dsp:cNvPr id="0" name=""/>
        <dsp:cNvSpPr/>
      </dsp:nvSpPr>
      <dsp:spPr>
        <a:xfrm>
          <a:off x="3478865" y="2018493"/>
          <a:ext cx="2085244" cy="15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/>
              </a:solidFill>
            </a:rPr>
            <a:t>Overall, this project gave me a field specific example of utilizing Python for data analysis.</a:t>
          </a:r>
        </a:p>
      </dsp:txBody>
      <dsp:txXfrm>
        <a:off x="3478865" y="2018493"/>
        <a:ext cx="2085244" cy="1530000"/>
      </dsp:txXfrm>
    </dsp:sp>
    <dsp:sp modelId="{591FDC0A-AED0-40B0-B07D-8E70500C4372}">
      <dsp:nvSpPr>
        <dsp:cNvPr id="0" name=""/>
        <dsp:cNvSpPr/>
      </dsp:nvSpPr>
      <dsp:spPr>
        <a:xfrm>
          <a:off x="6502470" y="644311"/>
          <a:ext cx="938360" cy="9383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7E704-D042-4DB6-82F5-F66CAC43013C}">
      <dsp:nvSpPr>
        <dsp:cNvPr id="0" name=""/>
        <dsp:cNvSpPr/>
      </dsp:nvSpPr>
      <dsp:spPr>
        <a:xfrm>
          <a:off x="5929028" y="2018493"/>
          <a:ext cx="2085244" cy="15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/>
              </a:solidFill>
            </a:rPr>
            <a:t>This class helped me understand the basics of Python and how to work with large data sets in Python.</a:t>
          </a:r>
        </a:p>
      </dsp:txBody>
      <dsp:txXfrm>
        <a:off x="5929028" y="2018493"/>
        <a:ext cx="2085244" cy="1530000"/>
      </dsp:txXfrm>
    </dsp:sp>
    <dsp:sp modelId="{CD644738-41A3-4531-8255-13073A66881F}">
      <dsp:nvSpPr>
        <dsp:cNvPr id="0" name=""/>
        <dsp:cNvSpPr/>
      </dsp:nvSpPr>
      <dsp:spPr>
        <a:xfrm>
          <a:off x="8952633" y="644311"/>
          <a:ext cx="938360" cy="9383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99605-9BE1-4802-9B34-5CE4B55B0E52}">
      <dsp:nvSpPr>
        <dsp:cNvPr id="0" name=""/>
        <dsp:cNvSpPr/>
      </dsp:nvSpPr>
      <dsp:spPr>
        <a:xfrm>
          <a:off x="8379190" y="2018493"/>
          <a:ext cx="2085244" cy="15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/>
              </a:solidFill>
            </a:rPr>
            <a:t>Questions?</a:t>
          </a:r>
        </a:p>
      </dsp:txBody>
      <dsp:txXfrm>
        <a:off x="8379190" y="2018493"/>
        <a:ext cx="2085244" cy="153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1F62A-BDE9-3B1F-12D7-1DE5A40A0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36449E-B342-B6C0-5BEB-96367053A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2D092-4A20-D47A-8A8D-12D1C84D1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A8FA-1B78-443D-98CA-827A9261EC7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D3E81-537F-3D06-4C12-FF42813B7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879E3-982F-5E09-8CE2-FA3C0E539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0488-67D2-4EA6-AFC7-4FDC5E7DB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77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D34F0-A1AC-DA99-C7B7-1CDF19A85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062D3-5465-7417-B36A-869A530CF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5F883-DCCC-3482-AC4C-F5329FD10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A8FA-1B78-443D-98CA-827A9261EC7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C2285-2579-FC80-A17B-220761F29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164C5-92B9-C05A-6564-FF4029394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0488-67D2-4EA6-AFC7-4FDC5E7DB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103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1055A-556F-2FD0-D318-CAF0E76C7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7D2A5-085A-6998-FB8F-01E42454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E1AA9-8A1A-88AB-19C5-4CF375903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A8FA-1B78-443D-98CA-827A9261EC7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325A3-7C5E-C8DB-604A-3F8A4218B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1DF5C-4937-6E19-1F03-24B17A9ED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0488-67D2-4EA6-AFC7-4FDC5E7DB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19FB1-BF4D-7850-39AB-EC73646A4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0E566-AF1D-272B-C599-608E33885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BB2B0D-3EFC-6F89-E0B6-ED2292672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96DC2-6F92-C84E-5FAD-ECDD32D84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A8FA-1B78-443D-98CA-827A9261EC7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967D2-B931-67FA-E3F3-D9158C9F0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37F36-CA9F-4508-B7BC-5B099925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0488-67D2-4EA6-AFC7-4FDC5E7DB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91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AB423-1FE0-CAB6-2761-4C47C5F2A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4BB05-A19D-28AF-4A47-0E21066BE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23EEF-7DBD-957A-FAD8-39C50824B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CA19BD-D312-2705-4EFD-A4A800FD4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17A1A6-13F4-0713-6795-7884787A1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5F73D0-A867-B170-DFA0-441813111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A8FA-1B78-443D-98CA-827A9261EC7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1FA94C-D5B3-3768-942D-C1A67B1DF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3B9F6-A926-A88C-7372-E32BDC65C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0488-67D2-4EA6-AFC7-4FDC5E7DB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44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85A8-447B-E94E-A734-F94CB66F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A1298-79BE-513C-11E1-23988178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A8FA-1B78-443D-98CA-827A9261EC7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EB7ADD-70E4-650A-523A-A820C7A0C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928D6-C053-A553-67C9-9BCB4956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0488-67D2-4EA6-AFC7-4FDC5E7DB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85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86035-528F-8CCC-593D-C7625B4E6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A8FA-1B78-443D-98CA-827A9261EC7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45A49-3B87-BB6C-2BD4-E0E69038E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FFBB0-ADCC-7A18-F06E-9F9AABED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0488-67D2-4EA6-AFC7-4FDC5E7DB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40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F844-0D10-8CAE-4DED-08F0A799B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55D77-F671-4EF4-5127-A93B3A0A0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5A1A6-585A-AB2C-FD8D-618A66A77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D8ACD-77A8-5E6B-EF41-D53D0AE12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A8FA-1B78-443D-98CA-827A9261EC7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66EFC-5E2B-24BA-2B4B-99A86C70A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B53AB-970A-5042-6658-6DC4F8967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0488-67D2-4EA6-AFC7-4FDC5E7DB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839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9B41-7F1D-DDA6-0639-99B436EE8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802F4A-7F99-CFCF-5736-BD93D7BF4D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F91D2-CA7C-C757-2DA6-B5D86D49C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2DD33-56F5-FDF4-8F43-819D7E6D4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A8FA-1B78-443D-98CA-827A9261EC7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596A1-D5A4-C45E-C56F-C47053E5A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BF013-DB18-65DC-8988-CFA555C8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0488-67D2-4EA6-AFC7-4FDC5E7DB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156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C99A3-A742-877F-39AC-02604056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A17-2E9B-9A65-D868-C21A998867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F55CC-FA64-EB1A-425A-A075AA3F7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A8FA-1B78-443D-98CA-827A9261EC7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85936-A781-7464-6CC3-C18D4FE7F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66D40-411F-F9A5-80E7-CD8769F07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0488-67D2-4EA6-AFC7-4FDC5E7DB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75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322525-8562-BF9D-F6CE-F97F17254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A778A-F344-E00F-78E7-1518D13557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6325E-1F2C-1F76-6CBB-D377CCBDC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A8FA-1B78-443D-98CA-827A9261EC7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5E902-C9D0-B8CC-9C10-7D6FB281F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968EF-1C0D-787A-254D-843732428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0488-67D2-4EA6-AFC7-4FDC5E7DB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360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581D3F-9BD8-D953-5030-189966BE4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ABE08-5EB8-E0F1-4461-BC47A376D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53662-04C2-6D2F-B9BE-029A1588A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A9A8FA-1B78-443D-98CA-827A9261EC7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041C1-6753-63AF-3AA2-F2BE50B04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B09A8-8008-F65B-B695-1BA92C9F1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FF0488-67D2-4EA6-AFC7-4FDC5E7DB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2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A7AC0-7075-B64B-D86C-102E67D28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CS-170 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78E57E-E168-9933-F791-1A825F18FE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Presented by: Ashton Newswanger</a:t>
            </a:r>
          </a:p>
          <a:p>
            <a:pPr algn="l"/>
            <a:r>
              <a:rPr lang="en-US" dirty="0"/>
              <a:t>Supervised by</a:t>
            </a:r>
            <a:r>
              <a:rPr lang="en-US"/>
              <a:t>: Atia </a:t>
            </a:r>
            <a:r>
              <a:rPr lang="en-US" dirty="0"/>
              <a:t>Sultana</a:t>
            </a:r>
          </a:p>
        </p:txBody>
      </p:sp>
    </p:spTree>
    <p:extLst>
      <p:ext uri="{BB962C8B-B14F-4D97-AF65-F5344CB8AC3E}">
        <p14:creationId xmlns:p14="http://schemas.microsoft.com/office/powerpoint/2010/main" val="1096693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029720-A86C-143F-E0B7-F72C1324A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Loading Data &amp; Libraries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8FACF9-B024-9765-8C13-A158A691B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13" y="1655276"/>
            <a:ext cx="11013126" cy="476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29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01F53E-A99E-CB9C-0314-C26229FB8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Cleaning &amp; Prepping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9ED585-2AB2-B00F-8470-ADE436142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763" y="1702045"/>
            <a:ext cx="6029395" cy="17950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79E3D3-B0E9-A1F7-7138-C7338898B6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487"/>
          <a:stretch>
            <a:fillRect/>
          </a:stretch>
        </p:blipFill>
        <p:spPr>
          <a:xfrm>
            <a:off x="4317763" y="3580794"/>
            <a:ext cx="2671098" cy="25924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5CD949-56D0-987E-6160-0FD2626323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2980"/>
          <a:stretch>
            <a:fillRect/>
          </a:stretch>
        </p:blipFill>
        <p:spPr>
          <a:xfrm>
            <a:off x="302308" y="1890941"/>
            <a:ext cx="3713147" cy="36275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D9A200-8EB7-AD7C-7FD1-1BDFE372C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6547" y="1675936"/>
            <a:ext cx="3554480" cy="508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82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DBE721-1F81-377D-F482-E86A5D63F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399" y="294538"/>
            <a:ext cx="10913152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Netflix Project - Is In, Group By, and Unique Count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E7CA87-5E09-0589-C450-E640070D3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98" y="1622745"/>
            <a:ext cx="7406503" cy="28578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2BBD60-3582-A2DF-D2F6-1CD824024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658" y="1622745"/>
            <a:ext cx="4191585" cy="14670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37079B-3EE1-E57D-168F-AA39494AA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4259" y="3429000"/>
            <a:ext cx="2972215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803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D1EC15-3109-A749-0DE7-DD5BCD4EB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Netflix Project - Bar Charts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BC2703-556B-63BB-BD5C-4CBDEB2F5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569" y="1966293"/>
            <a:ext cx="4436860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22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7F1AF47-AE98-4034-BD91-1976FA4D9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EC0EE2B-2029-48DD-893D-F528E651B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5AE1D08-1ED1-4F59-B42F-4D8EA33DC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A79B912-88EA-4640-BDEB-51B3B11A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A292A-1753-5404-CDCA-EE40F7E17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18" y="1681316"/>
            <a:ext cx="3416165" cy="40889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Netflix Project Finding Modes, And &amp; Or Statements.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9203E5-B30A-9C1B-9276-606BE4D101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429"/>
          <a:stretch>
            <a:fillRect/>
          </a:stretch>
        </p:blipFill>
        <p:spPr>
          <a:xfrm>
            <a:off x="7429844" y="268016"/>
            <a:ext cx="4733633" cy="24383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F7C651-7127-79A8-6429-798C33C0CD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366"/>
          <a:stretch>
            <a:fillRect/>
          </a:stretch>
        </p:blipFill>
        <p:spPr>
          <a:xfrm>
            <a:off x="4313222" y="3138176"/>
            <a:ext cx="7469880" cy="24383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64B5F5-2C70-18A4-BD34-559FFA9C7B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2"/>
          <a:stretch>
            <a:fillRect/>
          </a:stretch>
        </p:blipFill>
        <p:spPr>
          <a:xfrm>
            <a:off x="4069082" y="252981"/>
            <a:ext cx="3381081" cy="244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619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8AD5FD-69A1-0335-3261-4D3B59E15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05" y="2484158"/>
            <a:ext cx="3186764" cy="33548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Netflix Project 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String Contains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C160CE-8999-67B4-DA3D-FAA70F5B2C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776099"/>
            <a:ext cx="7225748" cy="530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32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C87A6-5D74-48B8-0937-48CE80F70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Excel/Sales Data Project – Unique Titles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B7C947-3CD9-72F9-2E14-4DD56BAF4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44" y="1891970"/>
            <a:ext cx="5306165" cy="41725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85B75F-933C-A7DD-C0EE-E62A914C7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667" y="1891970"/>
            <a:ext cx="2076740" cy="5811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BC0B84-E3C1-4082-D3B8-FEACD53CD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7117" y="1728407"/>
            <a:ext cx="2906173" cy="499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75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C846D-3BD9-DB83-8D92-25070A5BC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Number of Workers Per Job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6FE9B8-0E64-D1AA-6D49-C10A4402B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202" y="0"/>
            <a:ext cx="7569728" cy="683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943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45190D-6177-D135-DAF7-F5BE209D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Data Correlation Project – Scatter Plots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C151DF-2F49-3151-141A-9F3E605B4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88287"/>
            <a:ext cx="5787181" cy="47165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09AF9A-778F-C7CB-DEF2-68CF0C75D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" y="1741781"/>
            <a:ext cx="4726217" cy="459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803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3F54F1-C5A0-44DB-FC89-882CD451F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Correlation Matrix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85DF3A-1703-1C42-E927-C2E81DC77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10" y="2480720"/>
            <a:ext cx="6134954" cy="17365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0D1A3B-03E1-CF94-0E50-3497030AD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582" y="1730970"/>
            <a:ext cx="4750000" cy="477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740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7684F-BF28-5450-57E2-3752381FF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11319566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Car Sales Project – Employee Residence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CDE471-BCA0-C763-762C-A31DEC210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2382382"/>
            <a:ext cx="5131088" cy="35957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F4ADC3-715F-47EC-512A-CA9E93FFE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965" y="2106055"/>
            <a:ext cx="3828908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220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689DA1-26B1-86B4-027D-CF7F2119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9448F7-DCF2-2774-7818-58C41B36D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Car Sales Project – Salary in USD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FD67E3F-3CEA-733F-9174-46C865477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203" y="2061754"/>
            <a:ext cx="3078274" cy="35269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87CB06-E80C-9641-3EBC-698D76FD9B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290"/>
          <a:stretch>
            <a:fillRect/>
          </a:stretch>
        </p:blipFill>
        <p:spPr>
          <a:xfrm>
            <a:off x="5094679" y="1665514"/>
            <a:ext cx="5551383" cy="25112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C74DAE6-4321-5A5F-BDAD-C8F673D15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4677" y="4129479"/>
            <a:ext cx="5551385" cy="264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426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BB73E1-2BA8-B701-8859-8571FADBC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Additional Tasks: Custom Order of Variables, Additional Titles, and Hex Code Colors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17D5FB-036D-B8B1-A034-F46AAD3D6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607" y="1655276"/>
            <a:ext cx="5956781" cy="515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945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AFFB09-20DE-E49A-14F9-DE1124229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80AA12-5C7B-101A-CB89-B1E75F91A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Additional Tasks: T-Test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887809-41D2-FD6A-57D8-CEAC01C1F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2479727"/>
            <a:ext cx="5131088" cy="34010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6F9E15-C1EE-9603-87BD-015A7E2FA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447994"/>
            <a:ext cx="5131087" cy="353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6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B71654-60CE-EAF4-AFE2-95EE21C27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7A5E0B-EDE7-335F-DC56-5F86F04B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Additional Tasks: T-Test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0C00E0-D56D-BCA5-D426-146DA99D5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76" y="2042919"/>
            <a:ext cx="10545647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37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B981B7-BC88-6FC7-E308-325A4A01F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3B6EEC-5FCC-F0FC-4230-4EBDBA13F8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132410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6309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3BB27DCB79174F96FB7247D6B584E5" ma:contentTypeVersion="19" ma:contentTypeDescription="Create a new document." ma:contentTypeScope="" ma:versionID="a37382a2db584bf09f4eda7d2ed5cff1">
  <xsd:schema xmlns:xsd="http://www.w3.org/2001/XMLSchema" xmlns:xs="http://www.w3.org/2001/XMLSchema" xmlns:p="http://schemas.microsoft.com/office/2006/metadata/properties" xmlns:ns3="88d9c19f-5132-4203-a2a4-a60055aa47b3" xmlns:ns4="f77d0b19-6f07-4ac2-9889-26a5f6288ba0" targetNamespace="http://schemas.microsoft.com/office/2006/metadata/properties" ma:root="true" ma:fieldsID="30814f8bd76ee81f0991df175178a270" ns3:_="" ns4:_="">
    <xsd:import namespace="88d9c19f-5132-4203-a2a4-a60055aa47b3"/>
    <xsd:import namespace="f77d0b19-6f07-4ac2-9889-26a5f6288ba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LengthInSeconds" minOccurs="0"/>
                <xsd:element ref="ns3:MediaServiceDateTaken" minOccurs="0"/>
                <xsd:element ref="ns3:MediaServiceSearchProperties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d9c19f-5132-4203-a2a4-a60055aa47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7d0b19-6f07-4ac2-9889-26a5f6288ba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8d9c19f-5132-4203-a2a4-a60055aa47b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6FCAB9D-EA70-4025-A4B5-442BA95008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d9c19f-5132-4203-a2a4-a60055aa47b3"/>
    <ds:schemaRef ds:uri="f77d0b19-6f07-4ac2-9889-26a5f6288b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B9C0DE3-A266-46BC-A26C-D71C86C12632}">
  <ds:schemaRefs>
    <ds:schemaRef ds:uri="http://schemas.microsoft.com/office/2006/documentManagement/types"/>
    <ds:schemaRef ds:uri="http://schemas.openxmlformats.org/package/2006/metadata/core-properties"/>
    <ds:schemaRef ds:uri="f77d0b19-6f07-4ac2-9889-26a5f6288ba0"/>
    <ds:schemaRef ds:uri="http://www.w3.org/XML/1998/namespace"/>
    <ds:schemaRef ds:uri="http://purl.org/dc/terms/"/>
    <ds:schemaRef ds:uri="http://purl.org/dc/elements/1.1/"/>
    <ds:schemaRef ds:uri="88d9c19f-5132-4203-a2a4-a60055aa47b3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B088045-CF79-4F27-A098-28BA73AF777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181</Words>
  <Application>Microsoft Office PowerPoint</Application>
  <PresentationFormat>Widescreen</PresentationFormat>
  <Paragraphs>23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CS-170 Final Project</vt:lpstr>
      <vt:lpstr>Loading Data &amp; Libraries</vt:lpstr>
      <vt:lpstr>Cleaning &amp; Prepping Data</vt:lpstr>
      <vt:lpstr>Netflix Project - Is In, Group By, and Unique Count</vt:lpstr>
      <vt:lpstr>Netflix Project - Bar Charts</vt:lpstr>
      <vt:lpstr>Netflix Project Finding Modes, And &amp; Or Statements.</vt:lpstr>
      <vt:lpstr>Netflix Project  String Contains</vt:lpstr>
      <vt:lpstr>Excel/Sales Data Project – Unique Titles</vt:lpstr>
      <vt:lpstr>Number of Workers Per Job Title</vt:lpstr>
      <vt:lpstr>Data Correlation Project – Scatter Plots</vt:lpstr>
      <vt:lpstr>Correlation Matrix</vt:lpstr>
      <vt:lpstr>Car Sales Project – Employee Residence</vt:lpstr>
      <vt:lpstr>Car Sales Project – Salary in USD</vt:lpstr>
      <vt:lpstr>Additional Tasks: Custom Order of Variables, Additional Titles, and Hex Code Colors</vt:lpstr>
      <vt:lpstr>Additional Tasks: T-Test</vt:lpstr>
      <vt:lpstr>Additional Tasks: T-Test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Newswanger, Ashton</dc:creator>
  <cp:lastModifiedBy>Newswanger, Ashton</cp:lastModifiedBy>
  <cp:revision>2</cp:revision>
  <dcterms:created xsi:type="dcterms:W3CDTF">2025-11-20T14:03:04Z</dcterms:created>
  <dcterms:modified xsi:type="dcterms:W3CDTF">2025-12-02T21:48:45Z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0x010100473BB27DCB79174F96FB7247D6B584E5</vt:lpwstr>
  </property>
</Properties>
</file>