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42" r:id="rId5"/>
    <p:sldId id="381" r:id="rId6"/>
    <p:sldId id="376" r:id="rId7"/>
    <p:sldId id="374" r:id="rId8"/>
    <p:sldId id="378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388" autoAdjust="0"/>
  </p:normalViewPr>
  <p:slideViewPr>
    <p:cSldViewPr snapToGrid="0" snapToObjects="1" showGuides="1">
      <p:cViewPr varScale="1">
        <p:scale>
          <a:sx n="120" d="100"/>
          <a:sy n="120" d="100"/>
        </p:scale>
        <p:origin x="120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Cs-170 final project 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By: Barritt ross 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Loading data and libraries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8692D-8CD5-B3E4-9473-7AB05D48B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443" y="2130356"/>
            <a:ext cx="9100128" cy="41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Cleaning and prepping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ACDE71-0371-1F29-1176-2756DDC8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414" y="2283556"/>
            <a:ext cx="4417266" cy="303747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AA3FD2-4387-D344-FBF5-8916100D4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80" y="2283556"/>
            <a:ext cx="4261151" cy="3037473"/>
          </a:xfrm>
          <a:prstGeom prst="rect">
            <a:avLst/>
          </a:prstGeom>
        </p:spPr>
      </p:pic>
      <p:pic>
        <p:nvPicPr>
          <p:cNvPr id="13" name="Picture 1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D424698F-3460-3E40-4B0B-D9A2FFE5D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993" y="5321029"/>
            <a:ext cx="3753374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Bar charts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 descr="A graph with red lines&#10;&#10;AI-generated content may be incorrect.">
            <a:extLst>
              <a:ext uri="{FF2B5EF4-FFF2-40B4-BE49-F238E27FC236}">
                <a16:creationId xmlns:a16="http://schemas.microsoft.com/office/drawing/2014/main" id="{F3B49DBF-2504-7948-3D07-02541918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"/>
            <a:ext cx="6096000" cy="3861307"/>
          </a:xfrm>
          <a:prstGeom prst="rect">
            <a:avLst/>
          </a:prstGeom>
        </p:spPr>
      </p:pic>
      <p:pic>
        <p:nvPicPr>
          <p:cNvPr id="15" name="Picture 14" descr="A graph of a number of cars&#10;&#10;AI-generated content may be incorrect.">
            <a:extLst>
              <a:ext uri="{FF2B5EF4-FFF2-40B4-BE49-F238E27FC236}">
                <a16:creationId xmlns:a16="http://schemas.microsoft.com/office/drawing/2014/main" id="{86131A02-5722-EB8C-4F5E-1838EF74D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351" y="3861306"/>
            <a:ext cx="4993239" cy="226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New code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A white screen with many colorful text&#10;&#10;AI-generated content may be incorrect.">
            <a:extLst>
              <a:ext uri="{FF2B5EF4-FFF2-40B4-BE49-F238E27FC236}">
                <a16:creationId xmlns:a16="http://schemas.microsoft.com/office/drawing/2014/main" id="{CB46F850-40BA-1A49-2DBE-1FD8E8EE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35" y="3104277"/>
            <a:ext cx="5662153" cy="157551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AACF48-7A10-2216-89B8-37AB4360732A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48704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used multiple steps to clean my data, which removed $, extra commas, extracting numbers, and converting to 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str.extract</a:t>
            </a:r>
            <a:r>
              <a:rPr lang="en-US" dirty="0"/>
              <a:t> and replace(regex=True) pulls the numeric values out of the messy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code manually converts columns to string      cleaned string      float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3DF858B-4C39-FA46-049C-959DDB1215B1}"/>
              </a:ext>
            </a:extLst>
          </p:cNvPr>
          <p:cNvSpPr/>
          <p:nvPr/>
        </p:nvSpPr>
        <p:spPr>
          <a:xfrm>
            <a:off x="8153400" y="6307456"/>
            <a:ext cx="254000" cy="1528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509DBFD-A270-4D86-DB04-744EA5D64320}"/>
              </a:ext>
            </a:extLst>
          </p:cNvPr>
          <p:cNvSpPr/>
          <p:nvPr/>
        </p:nvSpPr>
        <p:spPr>
          <a:xfrm>
            <a:off x="9958388" y="6307456"/>
            <a:ext cx="254000" cy="1528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746E-1DE0-FE6D-46A7-0CA362E5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Git-hub upload 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A05FB9-C8FA-CCCB-E0C0-352D28C2349C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2"/>
          <a:stretch>
            <a:fillRect/>
          </a:stretch>
        </p:blipFill>
        <p:spPr>
          <a:xfrm>
            <a:off x="3305669" y="2380417"/>
            <a:ext cx="7421563" cy="25331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0B0E9-7F65-63CE-5C02-674BDBBF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B83FB-4409-3C69-2706-6520B54BAC2F}"/>
              </a:ext>
            </a:extLst>
          </p:cNvPr>
          <p:cNvSpPr txBox="1"/>
          <p:nvPr/>
        </p:nvSpPr>
        <p:spPr>
          <a:xfrm>
            <a:off x="4036979" y="5690681"/>
            <a:ext cx="4544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https://github.com/Barrittross/Final-Project-</a:t>
            </a:r>
          </a:p>
        </p:txBody>
      </p:sp>
    </p:spTree>
    <p:extLst>
      <p:ext uri="{BB962C8B-B14F-4D97-AF65-F5344CB8AC3E}">
        <p14:creationId xmlns:p14="http://schemas.microsoft.com/office/powerpoint/2010/main" val="24363442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{57D77E85-3CAC-44F2-9578-9744E4110634}TFe8699e8e-689b-4d7e-abcf-e888fd749829db3118dc_win32-d573b439b56f</Template>
  <TotalTime>8119</TotalTime>
  <Words>91</Words>
  <Application>Microsoft Office PowerPoint</Application>
  <PresentationFormat>Widescreen</PresentationFormat>
  <Paragraphs>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Nova</vt:lpstr>
      <vt:lpstr>Biome</vt:lpstr>
      <vt:lpstr>Calibri</vt:lpstr>
      <vt:lpstr>Custom</vt:lpstr>
      <vt:lpstr>Cs-170 final project </vt:lpstr>
      <vt:lpstr>Loading data and libraries </vt:lpstr>
      <vt:lpstr>Cleaning and prepping data</vt:lpstr>
      <vt:lpstr>PowerPoint Presentation</vt:lpstr>
      <vt:lpstr>New code </vt:lpstr>
      <vt:lpstr>Git-hub upload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Ross, Barritt</dc:creator>
  <cp:lastModifiedBy>Ross, Barritt</cp:lastModifiedBy>
  <cp:revision>3</cp:revision>
  <dcterms:created xsi:type="dcterms:W3CDTF">2025-11-27T00:28:01Z</dcterms:created>
  <dcterms:modified xsi:type="dcterms:W3CDTF">2025-12-03T14:14:31Z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